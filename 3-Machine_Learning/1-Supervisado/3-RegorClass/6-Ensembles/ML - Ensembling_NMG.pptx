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notesMasterIdLst>
    <p:notesMasterId r:id="rId33"/>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21" Type="http://schemas.openxmlformats.org/officeDocument/2006/relationships/slide" Target="slides/slide10.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s-ES" sz="1400" b="0" strike="noStrike" spc="-1">
                <a:solidFill>
                  <a:srgbClr val="000000"/>
                </a:solidFill>
                <a:latin typeface="Arial"/>
              </a:rPr>
              <a:t>Pulse para desplazar la diapositiva</a:t>
            </a:r>
          </a:p>
        </p:txBody>
      </p:sp>
      <p:sp>
        <p:nvSpPr>
          <p:cNvPr id="6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s-ES" sz="2000" b="0" strike="noStrike" spc="-1">
                <a:solidFill>
                  <a:srgbClr val="000000"/>
                </a:solidFill>
                <a:latin typeface="Arial"/>
              </a:rPr>
              <a:t>Pulse para editar el formato de las notas</a:t>
            </a:r>
          </a:p>
        </p:txBody>
      </p:sp>
      <p:sp>
        <p:nvSpPr>
          <p:cNvPr id="67"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s-ES" sz="1400" b="0" strike="noStrike" spc="-1">
                <a:solidFill>
                  <a:srgbClr val="000000"/>
                </a:solidFill>
                <a:latin typeface="Times New Roman"/>
              </a:rPr>
              <a:t>&lt;cabecera&gt;</a:t>
            </a:r>
          </a:p>
        </p:txBody>
      </p:sp>
      <p:sp>
        <p:nvSpPr>
          <p:cNvPr id="68"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s-ES" sz="1400" b="0" strike="noStrike" spc="-1">
                <a:solidFill>
                  <a:srgbClr val="000000"/>
                </a:solidFill>
                <a:latin typeface="Times New Roman"/>
              </a:defRPr>
            </a:lvl1pPr>
          </a:lstStyle>
          <a:p>
            <a:pPr indent="0" algn="r">
              <a:buNone/>
            </a:pPr>
            <a:r>
              <a:rPr lang="es-ES" sz="1400" b="0" strike="noStrike" spc="-1">
                <a:solidFill>
                  <a:srgbClr val="000000"/>
                </a:solidFill>
                <a:latin typeface="Times New Roman"/>
              </a:rPr>
              <a:t>&lt;fecha/hora&gt;</a:t>
            </a:r>
          </a:p>
        </p:txBody>
      </p:sp>
      <p:sp>
        <p:nvSpPr>
          <p:cNvPr id="69"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&lt;pie de página&gt;</a:t>
            </a:r>
          </a:p>
        </p:txBody>
      </p:sp>
      <p:sp>
        <p:nvSpPr>
          <p:cNvPr id="70"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strike="noStrike" spc="-1">
                <a:solidFill>
                  <a:srgbClr val="000000"/>
                </a:solidFill>
                <a:latin typeface="Times New Roman"/>
              </a:defRPr>
            </a:lvl1pPr>
          </a:lstStyle>
          <a:p>
            <a:pPr indent="0" algn="r">
              <a:buNone/>
            </a:pPr>
            <a:fld id="{4A7F5120-A412-4CAA-8128-7828214DBEFF}" type="slidenum">
              <a:rPr lang="es-ES" sz="1400" b="0" strike="noStrike" spc="-1">
                <a:solidFill>
                  <a:srgbClr val="000000"/>
                </a:solidFill>
                <a:latin typeface="Times New Roman"/>
              </a:rPr>
              <a:t>‹Nº›</a:t>
            </a:fld>
            <a:endParaRPr lang="es-E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noRot="1" noChangeAspect="1"/>
          </p:cNvSpPr>
          <p:nvPr>
            <p:ph type="sldImg"/>
          </p:nvPr>
        </p:nvSpPr>
        <p:spPr>
          <a:xfrm>
            <a:off x="685800" y="1143000"/>
            <a:ext cx="5486400" cy="3086100"/>
          </a:xfrm>
          <a:prstGeom prst="rect">
            <a:avLst/>
          </a:prstGeom>
          <a:ln w="0">
            <a:noFill/>
          </a:ln>
        </p:spPr>
      </p:sp>
      <p:sp>
        <p:nvSpPr>
          <p:cNvPr id="2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64"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73532CCB-DC86-435B-829C-6E6EF9446DAC}" type="slidenum">
              <a:rPr lang="en-GB" sz="1400" b="0" strike="noStrike" spc="-1">
                <a:solidFill>
                  <a:srgbClr val="000000"/>
                </a:solidFill>
                <a:latin typeface="Times New Roman"/>
              </a:rPr>
              <a:t>1</a:t>
            </a:fld>
            <a:endParaRPr lang="es-ES" sz="14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noRot="1" noChangeAspect="1"/>
          </p:cNvSpPr>
          <p:nvPr>
            <p:ph type="sldImg"/>
          </p:nvPr>
        </p:nvSpPr>
        <p:spPr>
          <a:xfrm>
            <a:off x="685800" y="1143000"/>
            <a:ext cx="5486400" cy="3086100"/>
          </a:xfrm>
          <a:prstGeom prst="rect">
            <a:avLst/>
          </a:prstGeom>
          <a:ln w="0">
            <a:noFill/>
          </a:ln>
        </p:spPr>
      </p:sp>
      <p:sp>
        <p:nvSpPr>
          <p:cNvPr id="266"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67"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858F422F-3197-446E-BABD-CE7D41669954}" type="slidenum">
              <a:rPr lang="en-GB" sz="1400" b="0" strike="noStrike" spc="-1">
                <a:solidFill>
                  <a:srgbClr val="000000"/>
                </a:solidFill>
                <a:latin typeface="Times New Roman"/>
              </a:rPr>
              <a:t>2</a:t>
            </a:fld>
            <a:endParaRPr lang="es-ES" sz="14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noRot="1" noChangeAspect="1"/>
          </p:cNvSpPr>
          <p:nvPr>
            <p:ph type="sldImg"/>
          </p:nvPr>
        </p:nvSpPr>
        <p:spPr>
          <a:xfrm>
            <a:off x="685800" y="1143000"/>
            <a:ext cx="5486400" cy="3086100"/>
          </a:xfrm>
          <a:prstGeom prst="rect">
            <a:avLst/>
          </a:prstGeom>
          <a:ln w="0">
            <a:noFill/>
          </a:ln>
        </p:spPr>
      </p:sp>
      <p:sp>
        <p:nvSpPr>
          <p:cNvPr id="269"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70"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5C9C524B-3D24-46EF-B69D-1344087B20F2}" type="slidenum">
              <a:rPr lang="en-GB" sz="1400" b="0" strike="noStrike" spc="-1">
                <a:solidFill>
                  <a:srgbClr val="000000"/>
                </a:solidFill>
                <a:latin typeface="Times New Roman"/>
              </a:rPr>
              <a:t>3</a:t>
            </a:fld>
            <a:endParaRPr lang="es-ES" sz="14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685800" y="1143000"/>
            <a:ext cx="5486400" cy="3086100"/>
          </a:xfrm>
          <a:prstGeom prst="rect">
            <a:avLst/>
          </a:prstGeom>
          <a:ln w="0">
            <a:noFill/>
          </a:ln>
        </p:spPr>
      </p:sp>
      <p:sp>
        <p:nvSpPr>
          <p:cNvPr id="272"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73"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36545946-B4EF-4DEC-B847-FF4EE8827BBC}" type="slidenum">
              <a:rPr lang="en-GB" sz="1400" b="0" strike="noStrike" spc="-1">
                <a:solidFill>
                  <a:srgbClr val="000000"/>
                </a:solidFill>
                <a:latin typeface="Times New Roman"/>
              </a:rPr>
              <a:t>4</a:t>
            </a:fld>
            <a:endParaRPr lang="es-ES" sz="14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noRot="1" noChangeAspect="1"/>
          </p:cNvSpPr>
          <p:nvPr>
            <p:ph type="sldImg"/>
          </p:nvPr>
        </p:nvSpPr>
        <p:spPr>
          <a:xfrm>
            <a:off x="685800" y="1143000"/>
            <a:ext cx="5486040" cy="3085920"/>
          </a:xfrm>
          <a:prstGeom prst="rect">
            <a:avLst/>
          </a:prstGeom>
          <a:ln w="0">
            <a:noFill/>
          </a:ln>
        </p:spPr>
      </p:sp>
      <p:sp>
        <p:nvSpPr>
          <p:cNvPr id="275"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76"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3FFEC600-88E7-450C-A4CB-AA339AA4FC22}" type="slidenum">
              <a:rPr lang="en-GB" sz="1400" b="0" strike="noStrike" spc="-1">
                <a:solidFill>
                  <a:srgbClr val="000000"/>
                </a:solidFill>
                <a:latin typeface="Times New Roman"/>
              </a:rPr>
              <a:t>5</a:t>
            </a:fld>
            <a:endParaRPr lang="es-ES" sz="14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noRot="1" noChangeAspect="1"/>
          </p:cNvSpPr>
          <p:nvPr>
            <p:ph type="sldImg"/>
          </p:nvPr>
        </p:nvSpPr>
        <p:spPr>
          <a:xfrm>
            <a:off x="685800" y="1143000"/>
            <a:ext cx="5486040" cy="3085920"/>
          </a:xfrm>
          <a:prstGeom prst="rect">
            <a:avLst/>
          </a:prstGeom>
          <a:ln w="0">
            <a:noFill/>
          </a:ln>
        </p:spPr>
      </p:sp>
      <p:sp>
        <p:nvSpPr>
          <p:cNvPr id="278"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79"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5FFBC95D-E37E-4C28-9943-93A4244409E7}" type="slidenum">
              <a:rPr lang="en-GB" sz="1400" b="0" strike="noStrike" spc="-1">
                <a:solidFill>
                  <a:srgbClr val="000000"/>
                </a:solidFill>
                <a:latin typeface="Times New Roman"/>
              </a:rPr>
              <a:t>6</a:t>
            </a:fld>
            <a:endParaRPr lang="es-ES" sz="14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noRot="1" noChangeAspect="1"/>
          </p:cNvSpPr>
          <p:nvPr>
            <p:ph type="sldImg"/>
          </p:nvPr>
        </p:nvSpPr>
        <p:spPr>
          <a:xfrm>
            <a:off x="685800" y="1143000"/>
            <a:ext cx="5486400" cy="3086100"/>
          </a:xfrm>
          <a:prstGeom prst="rect">
            <a:avLst/>
          </a:prstGeom>
          <a:ln w="0">
            <a:noFill/>
          </a:ln>
        </p:spPr>
      </p:sp>
      <p:sp>
        <p:nvSpPr>
          <p:cNvPr id="281"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82"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3DCB3E3C-0E2F-4918-81A7-0FEB00921DB7}" type="slidenum">
              <a:rPr lang="en-GB" sz="1400" b="0" strike="noStrike" spc="-1">
                <a:solidFill>
                  <a:srgbClr val="000000"/>
                </a:solidFill>
                <a:latin typeface="Times New Roman"/>
              </a:rPr>
              <a:t>7</a:t>
            </a:fld>
            <a:endParaRPr lang="es-ES" sz="14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noRot="1" noChangeAspect="1"/>
          </p:cNvSpPr>
          <p:nvPr>
            <p:ph type="sldImg"/>
          </p:nvPr>
        </p:nvSpPr>
        <p:spPr>
          <a:xfrm>
            <a:off x="685800" y="1143000"/>
            <a:ext cx="5486400" cy="3086100"/>
          </a:xfrm>
          <a:prstGeom prst="rect">
            <a:avLst/>
          </a:prstGeom>
          <a:ln w="0">
            <a:noFill/>
          </a:ln>
        </p:spPr>
      </p:sp>
      <p:sp>
        <p:nvSpPr>
          <p:cNvPr id="284"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85"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9B7628B4-D6B5-48AA-9879-46E83CC4A495}" type="slidenum">
              <a:rPr lang="en-GB" sz="1400" b="0" strike="noStrike" spc="-1">
                <a:solidFill>
                  <a:srgbClr val="000000"/>
                </a:solidFill>
                <a:latin typeface="Times New Roman"/>
              </a:rPr>
              <a:t>8</a:t>
            </a:fld>
            <a:endParaRPr lang="es-ES" sz="14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noRot="1" noChangeAspect="1"/>
          </p:cNvSpPr>
          <p:nvPr>
            <p:ph type="sldImg"/>
          </p:nvPr>
        </p:nvSpPr>
        <p:spPr>
          <a:xfrm>
            <a:off x="685800" y="1143000"/>
            <a:ext cx="5486040" cy="3085920"/>
          </a:xfrm>
          <a:prstGeom prst="rect">
            <a:avLst/>
          </a:prstGeom>
          <a:ln w="0">
            <a:noFill/>
          </a:ln>
        </p:spPr>
      </p:sp>
      <p:sp>
        <p:nvSpPr>
          <p:cNvPr id="287"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88"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4FCDD70B-0478-435C-8516-9056429CE861}" type="slidenum">
              <a:rPr lang="en-GB" sz="1400" b="0" strike="noStrike" spc="-1">
                <a:solidFill>
                  <a:srgbClr val="000000"/>
                </a:solidFill>
                <a:latin typeface="Times New Roman"/>
              </a:rPr>
              <a:t>9</a:t>
            </a:fld>
            <a:endParaRPr lang="es-ES" sz="14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noRot="1" noChangeAspect="1"/>
          </p:cNvSpPr>
          <p:nvPr>
            <p:ph type="sldImg"/>
          </p:nvPr>
        </p:nvSpPr>
        <p:spPr>
          <a:xfrm>
            <a:off x="685800" y="1143000"/>
            <a:ext cx="5486400" cy="3086100"/>
          </a:xfrm>
          <a:prstGeom prst="rect">
            <a:avLst/>
          </a:prstGeom>
          <a:ln w="0">
            <a:noFill/>
          </a:ln>
        </p:spPr>
      </p:sp>
      <p:sp>
        <p:nvSpPr>
          <p:cNvPr id="290"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91"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BA45456C-A9CB-4F52-AFA7-2D6C0AFD93D4}" type="slidenum">
              <a:rPr lang="en-GB" sz="1400" b="0" strike="noStrike" spc="-1">
                <a:solidFill>
                  <a:srgbClr val="000000"/>
                </a:solidFill>
                <a:latin typeface="Times New Roman"/>
              </a:rPr>
              <a:t>10</a:t>
            </a:fld>
            <a:endParaRPr lang="es-ES" sz="14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noRot="1" noChangeAspect="1"/>
          </p:cNvSpPr>
          <p:nvPr>
            <p:ph type="sldImg"/>
          </p:nvPr>
        </p:nvSpPr>
        <p:spPr>
          <a:xfrm>
            <a:off x="685800" y="1143000"/>
            <a:ext cx="5486400" cy="3086100"/>
          </a:xfrm>
          <a:prstGeom prst="rect">
            <a:avLst/>
          </a:prstGeom>
          <a:ln w="0">
            <a:noFill/>
          </a:ln>
        </p:spPr>
      </p:sp>
      <p:sp>
        <p:nvSpPr>
          <p:cNvPr id="293"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94"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32BEBF86-EBF9-4190-8736-09BDD3ECC8A7}" type="slidenum">
              <a:rPr lang="en-GB" sz="1400" b="0" strike="noStrike" spc="-1">
                <a:solidFill>
                  <a:srgbClr val="000000"/>
                </a:solidFill>
                <a:latin typeface="Times New Roman"/>
              </a:rPr>
              <a:t>11</a:t>
            </a:fld>
            <a:endParaRPr lang="es-ES" sz="14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noRot="1" noChangeAspect="1"/>
          </p:cNvSpPr>
          <p:nvPr>
            <p:ph type="sldImg"/>
          </p:nvPr>
        </p:nvSpPr>
        <p:spPr>
          <a:xfrm>
            <a:off x="685800" y="1143000"/>
            <a:ext cx="5486040" cy="3085920"/>
          </a:xfrm>
          <a:prstGeom prst="rect">
            <a:avLst/>
          </a:prstGeom>
          <a:ln w="0">
            <a:noFill/>
          </a:ln>
        </p:spPr>
      </p:sp>
      <p:sp>
        <p:nvSpPr>
          <p:cNvPr id="296"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297"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5EDCC529-5882-466D-9488-259081C28765}" type="slidenum">
              <a:rPr lang="en-GB" sz="1400" b="0" strike="noStrike" spc="-1">
                <a:solidFill>
                  <a:srgbClr val="000000"/>
                </a:solidFill>
                <a:latin typeface="Times New Roman"/>
              </a:rPr>
              <a:t>12</a:t>
            </a:fld>
            <a:endParaRPr lang="es-ES" sz="14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p:cNvSpPr>
            <a:spLocks noGrp="1" noRot="1" noChangeAspect="1"/>
          </p:cNvSpPr>
          <p:nvPr>
            <p:ph type="sldImg"/>
          </p:nvPr>
        </p:nvSpPr>
        <p:spPr>
          <a:xfrm>
            <a:off x="685800" y="1143000"/>
            <a:ext cx="5486400" cy="3086100"/>
          </a:xfrm>
          <a:prstGeom prst="rect">
            <a:avLst/>
          </a:prstGeom>
          <a:ln w="0">
            <a:noFill/>
          </a:ln>
        </p:spPr>
      </p:sp>
      <p:sp>
        <p:nvSpPr>
          <p:cNvPr id="299"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00"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69F0E112-C55C-4661-8770-6CF74DA147D4}" type="slidenum">
              <a:rPr lang="en-GB" sz="1400" b="0" strike="noStrike" spc="-1">
                <a:solidFill>
                  <a:srgbClr val="000000"/>
                </a:solidFill>
                <a:latin typeface="Times New Roman"/>
              </a:rPr>
              <a:t>13</a:t>
            </a:fld>
            <a:endParaRPr lang="es-ES" sz="14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noRot="1" noChangeAspect="1"/>
          </p:cNvSpPr>
          <p:nvPr>
            <p:ph type="sldImg"/>
          </p:nvPr>
        </p:nvSpPr>
        <p:spPr>
          <a:xfrm>
            <a:off x="685800" y="1143000"/>
            <a:ext cx="5486040" cy="3085920"/>
          </a:xfrm>
          <a:prstGeom prst="rect">
            <a:avLst/>
          </a:prstGeom>
          <a:ln w="0">
            <a:noFill/>
          </a:ln>
        </p:spPr>
      </p:sp>
      <p:sp>
        <p:nvSpPr>
          <p:cNvPr id="302"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03"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D54202FC-2271-4EC9-9839-48AB6C2A46C0}" type="slidenum">
              <a:rPr lang="en-GB" sz="1400" b="0" strike="noStrike" spc="-1">
                <a:solidFill>
                  <a:srgbClr val="000000"/>
                </a:solidFill>
                <a:latin typeface="Times New Roman"/>
              </a:rPr>
              <a:t>14</a:t>
            </a:fld>
            <a:endParaRPr lang="es-ES" sz="14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685800" y="1143000"/>
            <a:ext cx="5486400" cy="3086100"/>
          </a:xfrm>
          <a:prstGeom prst="rect">
            <a:avLst/>
          </a:prstGeom>
          <a:ln w="0">
            <a:noFill/>
          </a:ln>
        </p:spPr>
      </p:sp>
      <p:sp>
        <p:nvSpPr>
          <p:cNvPr id="305"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06"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E4FA04C7-75D7-4938-B784-1C1B67B6D490}" type="slidenum">
              <a:rPr lang="en-GB" sz="1400" b="0" strike="noStrike" spc="-1">
                <a:solidFill>
                  <a:srgbClr val="000000"/>
                </a:solidFill>
                <a:latin typeface="Times New Roman"/>
              </a:rPr>
              <a:t>15</a:t>
            </a:fld>
            <a:endParaRPr lang="es-ES" sz="14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noRot="1" noChangeAspect="1"/>
          </p:cNvSpPr>
          <p:nvPr>
            <p:ph type="sldImg"/>
          </p:nvPr>
        </p:nvSpPr>
        <p:spPr>
          <a:xfrm>
            <a:off x="685800" y="1143000"/>
            <a:ext cx="5486400" cy="3086100"/>
          </a:xfrm>
          <a:prstGeom prst="rect">
            <a:avLst/>
          </a:prstGeom>
          <a:ln w="0">
            <a:noFill/>
          </a:ln>
        </p:spPr>
      </p:sp>
      <p:sp>
        <p:nvSpPr>
          <p:cNvPr id="308"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09"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2287BC86-D127-4C82-B6F6-0C9F04391A62}" type="slidenum">
              <a:rPr lang="en-GB" sz="1400" b="0" strike="noStrike" spc="-1">
                <a:solidFill>
                  <a:srgbClr val="000000"/>
                </a:solidFill>
                <a:latin typeface="Times New Roman"/>
              </a:rPr>
              <a:t>16</a:t>
            </a:fld>
            <a:endParaRPr lang="es-ES" sz="14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noRot="1" noChangeAspect="1"/>
          </p:cNvSpPr>
          <p:nvPr>
            <p:ph type="sldImg"/>
          </p:nvPr>
        </p:nvSpPr>
        <p:spPr>
          <a:xfrm>
            <a:off x="685800" y="1143000"/>
            <a:ext cx="5486400" cy="3086100"/>
          </a:xfrm>
          <a:prstGeom prst="rect">
            <a:avLst/>
          </a:prstGeom>
          <a:ln w="0">
            <a:noFill/>
          </a:ln>
        </p:spPr>
      </p:sp>
      <p:sp>
        <p:nvSpPr>
          <p:cNvPr id="311"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12"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CD3D68FF-346D-403C-B79D-BC8DAB2EF08A}" type="slidenum">
              <a:rPr lang="en-GB" sz="1400" b="0" strike="noStrike" spc="-1">
                <a:solidFill>
                  <a:srgbClr val="000000"/>
                </a:solidFill>
                <a:latin typeface="Times New Roman"/>
              </a:rPr>
              <a:t>17</a:t>
            </a:fld>
            <a:endParaRPr lang="es-ES" sz="14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PlaceHolder 1"/>
          <p:cNvSpPr>
            <a:spLocks noGrp="1" noRot="1" noChangeAspect="1"/>
          </p:cNvSpPr>
          <p:nvPr>
            <p:ph type="sldImg"/>
          </p:nvPr>
        </p:nvSpPr>
        <p:spPr>
          <a:xfrm>
            <a:off x="685800" y="1143000"/>
            <a:ext cx="5486400" cy="3086100"/>
          </a:xfrm>
          <a:prstGeom prst="rect">
            <a:avLst/>
          </a:prstGeom>
          <a:ln w="0">
            <a:noFill/>
          </a:ln>
        </p:spPr>
      </p:sp>
      <p:sp>
        <p:nvSpPr>
          <p:cNvPr id="314"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15"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90077339-C2E2-447F-AE8E-C949985DF674}" type="slidenum">
              <a:rPr lang="en-GB" sz="1400" b="0" strike="noStrike" spc="-1">
                <a:solidFill>
                  <a:srgbClr val="000000"/>
                </a:solidFill>
                <a:latin typeface="Times New Roman"/>
              </a:rPr>
              <a:t>18</a:t>
            </a:fld>
            <a:endParaRPr lang="es-ES" sz="14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noRot="1" noChangeAspect="1"/>
          </p:cNvSpPr>
          <p:nvPr>
            <p:ph type="sldImg"/>
          </p:nvPr>
        </p:nvSpPr>
        <p:spPr>
          <a:xfrm>
            <a:off x="685800" y="1143000"/>
            <a:ext cx="5486400" cy="3086100"/>
          </a:xfrm>
          <a:prstGeom prst="rect">
            <a:avLst/>
          </a:prstGeom>
          <a:ln w="0">
            <a:noFill/>
          </a:ln>
        </p:spPr>
      </p:sp>
      <p:sp>
        <p:nvSpPr>
          <p:cNvPr id="317"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18"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56B6F665-C44A-4539-A65F-FBFB9C5946C3}" type="slidenum">
              <a:rPr lang="en-GB" sz="1400" b="0" strike="noStrike" spc="-1">
                <a:solidFill>
                  <a:srgbClr val="000000"/>
                </a:solidFill>
                <a:latin typeface="Times New Roman"/>
              </a:rPr>
              <a:t>19</a:t>
            </a:fld>
            <a:endParaRPr lang="es-ES" sz="14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noRot="1" noChangeAspect="1"/>
          </p:cNvSpPr>
          <p:nvPr>
            <p:ph type="sldImg"/>
          </p:nvPr>
        </p:nvSpPr>
        <p:spPr>
          <a:xfrm>
            <a:off x="685800" y="1143000"/>
            <a:ext cx="5486400" cy="3086100"/>
          </a:xfrm>
          <a:prstGeom prst="rect">
            <a:avLst/>
          </a:prstGeom>
          <a:ln w="0">
            <a:noFill/>
          </a:ln>
        </p:spPr>
      </p:sp>
      <p:sp>
        <p:nvSpPr>
          <p:cNvPr id="320"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21"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54CCE29F-3E4B-47FB-9B08-33E6A8D3A001}" type="slidenum">
              <a:rPr lang="en-GB" sz="1400" b="0" strike="noStrike" spc="-1">
                <a:solidFill>
                  <a:srgbClr val="000000"/>
                </a:solidFill>
                <a:latin typeface="Times New Roman"/>
              </a:rPr>
              <a:t>20</a:t>
            </a:fld>
            <a:endParaRPr lang="es-ES" sz="14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PlaceHolder 1"/>
          <p:cNvSpPr>
            <a:spLocks noGrp="1" noRot="1" noChangeAspect="1"/>
          </p:cNvSpPr>
          <p:nvPr>
            <p:ph type="sldImg"/>
          </p:nvPr>
        </p:nvSpPr>
        <p:spPr>
          <a:xfrm>
            <a:off x="685800" y="1143000"/>
            <a:ext cx="5486040" cy="3085920"/>
          </a:xfrm>
          <a:prstGeom prst="rect">
            <a:avLst/>
          </a:prstGeom>
          <a:ln w="0">
            <a:noFill/>
          </a:ln>
        </p:spPr>
      </p:sp>
      <p:sp>
        <p:nvSpPr>
          <p:cNvPr id="323" name="PlaceHolder 2"/>
          <p:cNvSpPr>
            <a:spLocks noGrp="1"/>
          </p:cNvSpPr>
          <p:nvPr>
            <p:ph type="body"/>
          </p:nvPr>
        </p:nvSpPr>
        <p:spPr>
          <a:xfrm>
            <a:off x="685800" y="4400640"/>
            <a:ext cx="5486040" cy="3600360"/>
          </a:xfrm>
          <a:prstGeom prst="rect">
            <a:avLst/>
          </a:prstGeom>
          <a:noFill/>
          <a:ln w="0">
            <a:noFill/>
          </a:ln>
        </p:spPr>
        <p:txBody>
          <a:bodyPr lIns="91440" tIns="45720" rIns="91440" bIns="45720" anchor="t">
            <a:noAutofit/>
          </a:bodyPr>
          <a:lstStyle/>
          <a:p>
            <a:pPr marL="216000" indent="-216000">
              <a:buNone/>
            </a:pPr>
            <a:endParaRPr lang="es-ES" sz="1200" b="0" strike="noStrike" spc="-1">
              <a:solidFill>
                <a:schemeClr val="dk1"/>
              </a:solidFill>
              <a:latin typeface="Calibri"/>
              <a:ea typeface="Calibri"/>
            </a:endParaRPr>
          </a:p>
        </p:txBody>
      </p:sp>
      <p:sp>
        <p:nvSpPr>
          <p:cNvPr id="324"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tabLst>
                <a:tab pos="0" algn="l"/>
              </a:tabLst>
              <a:defRPr lang="en-GB" sz="1400" b="0" strike="noStrike" spc="-1">
                <a:solidFill>
                  <a:srgbClr val="000000"/>
                </a:solidFill>
                <a:latin typeface="Times New Roman"/>
              </a:defRPr>
            </a:lvl1pPr>
          </a:lstStyle>
          <a:p>
            <a:pPr indent="0" algn="r">
              <a:lnSpc>
                <a:spcPct val="100000"/>
              </a:lnSpc>
              <a:buNone/>
              <a:tabLst>
                <a:tab pos="0" algn="l"/>
              </a:tabLst>
            </a:pPr>
            <a:fld id="{52F5F828-F22F-47D7-BC97-B4A780538AC8}" type="slidenum">
              <a:rPr lang="en-GB" sz="1400" b="0" strike="noStrike" spc="-1">
                <a:solidFill>
                  <a:srgbClr val="000000"/>
                </a:solidFill>
                <a:latin typeface="Times New Roman"/>
              </a:rPr>
              <a:t>21</a:t>
            </a:fld>
            <a:endParaRPr lang="es-ES" sz="14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_OBJECTS">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ES" sz="1400" b="0" strike="noStrike" spc="-1">
              <a:solidFill>
                <a:srgbClr val="000000"/>
              </a:solidFill>
              <a:latin typeface="Arial"/>
            </a:endParaRPr>
          </a:p>
        </p:txBody>
      </p:sp>
      <p:sp>
        <p:nvSpPr>
          <p:cNvPr id="7" name="PlaceHolder 2"/>
          <p:cNvSpPr>
            <a:spLocks noGrp="1"/>
          </p:cNvSpPr>
          <p:nvPr>
            <p:ph/>
          </p:nvPr>
        </p:nvSpPr>
        <p:spPr>
          <a:xfrm>
            <a:off x="838080" y="1825560"/>
            <a:ext cx="2528280" cy="4350960"/>
          </a:xfrm>
          <a:prstGeom prst="rect">
            <a:avLst/>
          </a:prstGeom>
          <a:noFill/>
          <a:ln w="0">
            <a:noFill/>
          </a:ln>
        </p:spPr>
        <p:txBody>
          <a:bodyPr lIns="0" tIns="0" rIns="0" bIns="0" anchor="t">
            <a:normAutofit/>
          </a:bodyPr>
          <a:lstStyle/>
          <a:p>
            <a:pPr indent="0">
              <a:spcBef>
                <a:spcPts val="1417"/>
              </a:spcBef>
              <a:buNone/>
            </a:pPr>
            <a:endParaRPr lang="es-ES" sz="1400" b="0" strike="noStrike" spc="-1">
              <a:solidFill>
                <a:srgbClr val="000000"/>
              </a:solidFill>
              <a:latin typeface="Arial"/>
            </a:endParaRPr>
          </a:p>
        </p:txBody>
      </p:sp>
      <p:sp>
        <p:nvSpPr>
          <p:cNvPr id="8" name="PlaceHolder 3"/>
          <p:cNvSpPr>
            <a:spLocks noGrp="1"/>
          </p:cNvSpPr>
          <p:nvPr>
            <p:ph/>
          </p:nvPr>
        </p:nvSpPr>
        <p:spPr>
          <a:xfrm>
            <a:off x="3493080" y="1825560"/>
            <a:ext cx="2528280" cy="4350960"/>
          </a:xfrm>
          <a:prstGeom prst="rect">
            <a:avLst/>
          </a:prstGeom>
          <a:noFill/>
          <a:ln w="0">
            <a:noFill/>
          </a:ln>
        </p:spPr>
        <p:txBody>
          <a:bodyPr lIns="0" tIns="0" rIns="0" bIns="0" anchor="t">
            <a:normAutofit/>
          </a:bodyPr>
          <a:lstStyle/>
          <a:p>
            <a:pPr indent="0">
              <a:spcBef>
                <a:spcPts val="1417"/>
              </a:spcBef>
              <a:buNone/>
            </a:pPr>
            <a:endParaRPr lang="es-ES" sz="14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2" name="PlaceHolder 5"/>
          <p:cNvSpPr>
            <a:spLocks noGrp="1"/>
          </p:cNvSpPr>
          <p:nvPr>
            <p:ph type="sldNum" idx="3"/>
          </p:nvPr>
        </p:nvSpPr>
        <p:spPr/>
        <p:txBody>
          <a:bodyPr/>
          <a:lstStyle/>
          <a:p>
            <a:fld id="{D1393E7B-EF47-4E00-A031-4E667A2DDAC6}" type="slidenum">
              <a:t>‹Nº›</a:t>
            </a:fld>
            <a:endParaRPr/>
          </a:p>
        </p:txBody>
      </p:sp>
      <p:sp>
        <p:nvSpPr>
          <p:cNvPr id="3" name="PlaceHolder 6"/>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69DA5B8F-FFAD-438A-8F35-9E3E15C16298}" type="slidenum">
              <a:t>‹Nº›</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BDE949BA-668C-4F88-B2E1-5DA55D8DC780}" type="slidenum">
              <a:t>‹Nº›</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ES" sz="1400" b="0" strike="noStrike" spc="-1">
              <a:solidFill>
                <a:srgbClr val="000000"/>
              </a:solidFill>
              <a:latin typeface="Arial"/>
            </a:endParaRPr>
          </a:p>
        </p:txBody>
      </p:sp>
      <p:sp>
        <p:nvSpPr>
          <p:cNvPr id="24" name="PlaceHolder 2"/>
          <p:cNvSpPr>
            <a:spLocks noGrp="1"/>
          </p:cNvSpPr>
          <p:nvPr>
            <p:ph type="subTitle"/>
          </p:nvPr>
        </p:nvSpPr>
        <p:spPr>
          <a:xfrm>
            <a:off x="838080" y="1825560"/>
            <a:ext cx="5181120" cy="4350960"/>
          </a:xfrm>
          <a:prstGeom prst="rect">
            <a:avLst/>
          </a:prstGeom>
          <a:noFill/>
          <a:ln w="0">
            <a:noFill/>
          </a:ln>
        </p:spPr>
        <p:txBody>
          <a:bodyPr lIns="0" tIns="0" rIns="0" bIns="0" anchor="ctr">
            <a:noAutofit/>
          </a:bodyPr>
          <a:lstStyle/>
          <a:p>
            <a:pPr indent="0" algn="ctr">
              <a:buNone/>
            </a:pPr>
            <a:endParaRPr lang="es-ES" sz="3200" b="0" strike="noStrike" spc="-1">
              <a:solidFill>
                <a:srgbClr val="FFFFFF"/>
              </a:solidFill>
              <a:latin typeface="Arial"/>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10DA7E87-4AEB-4A46-9846-D33383BEB8BB}" type="slidenum">
              <a:t>‹Nº›</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BJECT">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ES" sz="1400" b="0" strike="noStrike" spc="-1">
              <a:solidFill>
                <a:srgbClr val="000000"/>
              </a:solidFill>
              <a:latin typeface="Arial"/>
            </a:endParaRPr>
          </a:p>
        </p:txBody>
      </p:sp>
      <p:sp>
        <p:nvSpPr>
          <p:cNvPr id="31" name="PlaceHolder 2"/>
          <p:cNvSpPr>
            <a:spLocks noGrp="1"/>
          </p:cNvSpPr>
          <p:nvPr>
            <p:ph/>
          </p:nvPr>
        </p:nvSpPr>
        <p:spPr>
          <a:xfrm>
            <a:off x="838080" y="1825560"/>
            <a:ext cx="5181120" cy="4350960"/>
          </a:xfrm>
          <a:prstGeom prst="rect">
            <a:avLst/>
          </a:prstGeom>
          <a:noFill/>
          <a:ln w="0">
            <a:noFill/>
          </a:ln>
        </p:spPr>
        <p:txBody>
          <a:bodyPr lIns="0" tIns="0" rIns="0" bIns="0" anchor="t">
            <a:normAutofit/>
          </a:bodyPr>
          <a:lstStyle/>
          <a:p>
            <a:pPr indent="0">
              <a:spcBef>
                <a:spcPts val="1417"/>
              </a:spcBef>
              <a:buNone/>
            </a:pPr>
            <a:endParaRPr lang="es-ES" sz="1400" b="0" strike="noStrike" spc="-1">
              <a:solidFill>
                <a:srgbClr val="000000"/>
              </a:solidFill>
              <a:latin typeface="Arial"/>
            </a:endParaRPr>
          </a:p>
        </p:txBody>
      </p:sp>
      <p:sp>
        <p:nvSpPr>
          <p:cNvPr id="4" name="PlaceHolder 3"/>
          <p:cNvSpPr>
            <a:spLocks noGrp="1"/>
          </p:cNvSpPr>
          <p:nvPr>
            <p:ph type="ftr" idx="14"/>
          </p:nvPr>
        </p:nvSpPr>
        <p:spPr/>
        <p:txBody>
          <a:bodyPr/>
          <a:lstStyle/>
          <a:p>
            <a:r>
              <a:t>Footer</a:t>
            </a:r>
          </a:p>
        </p:txBody>
      </p:sp>
      <p:sp>
        <p:nvSpPr>
          <p:cNvPr id="5" name="PlaceHolder 4"/>
          <p:cNvSpPr>
            <a:spLocks noGrp="1"/>
          </p:cNvSpPr>
          <p:nvPr>
            <p:ph type="sldNum" idx="15"/>
          </p:nvPr>
        </p:nvSpPr>
        <p:spPr/>
        <p:txBody>
          <a:bodyPr/>
          <a:lstStyle/>
          <a:p>
            <a:fld id="{4488B07C-0DCA-49B2-A568-14948AFA88C0}" type="slidenum">
              <a:t>‹Nº›</a:t>
            </a:fld>
            <a:endParaRPr/>
          </a:p>
        </p:txBody>
      </p:sp>
      <p:sp>
        <p:nvSpPr>
          <p:cNvPr id="6" name="PlaceHolder 5"/>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lstStyle/>
          <a:p>
            <a:r>
              <a:t>Footer</a:t>
            </a:r>
          </a:p>
        </p:txBody>
      </p:sp>
      <p:sp>
        <p:nvSpPr>
          <p:cNvPr id="3" name="PlaceHolder 2"/>
          <p:cNvSpPr>
            <a:spLocks noGrp="1"/>
          </p:cNvSpPr>
          <p:nvPr>
            <p:ph type="sldNum" idx="18"/>
          </p:nvPr>
        </p:nvSpPr>
        <p:spPr/>
        <p:txBody>
          <a:bodyPr/>
          <a:lstStyle/>
          <a:p>
            <a:fld id="{7C7EBD39-0ACB-480E-81E4-26F886A772F3}" type="slidenum">
              <a:t>‹Nº›</a:t>
            </a:fld>
            <a:endParaRPr/>
          </a:p>
        </p:txBody>
      </p:sp>
      <p:sp>
        <p:nvSpPr>
          <p:cNvPr id="4" name="PlaceHolder 3"/>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2DC660B7-5E62-4D08-819F-8BC4C3612568}" type="slidenum">
              <a:t>‹Nº›</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s-ES" sz="1400" b="0" strike="noStrike" spc="-1">
              <a:solidFill>
                <a:srgbClr val="000000"/>
              </a:solidFill>
              <a:latin typeface="Arial"/>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4A6403F6-4CD8-46C1-860F-B7A9488E0F73}" type="slidenum">
              <a:t>‹Nº›</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3BFA2C4F-480B-45C4-ABE2-295DCAD9935C}" type="slidenum">
              <a:t>‹Nº›</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E7631776-8FE8-474A-93C6-9802A80067BA}" type="slidenum">
              <a:t>‹Nº›</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240B5FA9-7A23-4169-9B94-1A8BE57E9456}" type="slidenum">
              <a:t>‹Nº›</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fontScale="93422"/>
          </a:bodyPr>
          <a:lstStyle/>
          <a:p>
            <a:pPr indent="0">
              <a:buNone/>
            </a:pPr>
            <a:r>
              <a:rPr lang="es-ES" sz="4400" b="0" strike="noStrike" spc="-1">
                <a:solidFill>
                  <a:srgbClr val="000000"/>
                </a:solidFill>
                <a:latin typeface="Arial"/>
              </a:rPr>
              <a:t>Pulse para editar el formato del texto de título</a:t>
            </a:r>
          </a:p>
        </p:txBody>
      </p:sp>
      <p:sp>
        <p:nvSpPr>
          <p:cNvPr id="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rmAutofit fontScale="81053" lnSpcReduction="10000"/>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2"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rmAutofit fontScale="81053" lnSpcReduction="10000"/>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3" name="PlaceHolder 4"/>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4" name="PlaceHolder 5"/>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5" name="PlaceHolder 6"/>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AEEDDF73-DC53-4F3B-8388-75C909D57F2F}"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fontScale="93422"/>
          </a:bodyPr>
          <a:lstStyle/>
          <a:p>
            <a:pPr indent="0">
              <a:buNone/>
            </a:pPr>
            <a:r>
              <a:rPr lang="es-ES" sz="4400" b="0" strike="noStrike" spc="-1">
                <a:solidFill>
                  <a:srgbClr val="000000"/>
                </a:solidFill>
                <a:latin typeface="Arial"/>
              </a:rPr>
              <a:t>Pulse para editar el formato del texto de título</a:t>
            </a:r>
          </a:p>
        </p:txBody>
      </p:sp>
      <p:sp>
        <p:nvSpPr>
          <p:cNvPr id="10" name="PlaceHolder 2"/>
          <p:cNvSpPr>
            <a:spLocks noGrp="1"/>
          </p:cNvSpPr>
          <p:nvPr>
            <p:ph type="body"/>
          </p:nvPr>
        </p:nvSpPr>
        <p:spPr>
          <a:xfrm rot="5400000">
            <a:off x="3920400" y="-1256400"/>
            <a:ext cx="4350960" cy="10515240"/>
          </a:xfrm>
          <a:prstGeom prst="rect">
            <a:avLst/>
          </a:prstGeom>
          <a:noFill/>
          <a:ln w="0">
            <a:noFill/>
          </a:ln>
        </p:spPr>
        <p:txBody>
          <a:bodyPr lIns="91440" tIns="45720" rIns="91440" bIns="45720" anchor="t">
            <a:normAutofit fontScale="68556"/>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8C8C1FA0-47C7-4CC8-9827-C93D237A2186}"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4" name="PlaceHolder 1"/>
          <p:cNvSpPr>
            <a:spLocks noGrp="1"/>
          </p:cNvSpPr>
          <p:nvPr>
            <p:ph type="title"/>
          </p:nvPr>
        </p:nvSpPr>
        <p:spPr>
          <a:xfrm rot="5400000">
            <a:off x="7133400" y="1956240"/>
            <a:ext cx="5811480" cy="2628720"/>
          </a:xfrm>
          <a:prstGeom prst="rect">
            <a:avLst/>
          </a:prstGeom>
          <a:noFill/>
          <a:ln w="0">
            <a:noFill/>
          </a:ln>
        </p:spPr>
        <p:txBody>
          <a:bodyPr lIns="91440" tIns="45720" rIns="91440" bIns="45720" anchor="ctr">
            <a:normAutofit/>
          </a:bodyPr>
          <a:lstStyle/>
          <a:p>
            <a:pPr indent="0">
              <a:buNone/>
            </a:pPr>
            <a:r>
              <a:rPr lang="es-ES" sz="4400" b="0" strike="noStrike" spc="-1">
                <a:solidFill>
                  <a:srgbClr val="000000"/>
                </a:solidFill>
                <a:latin typeface="Arial"/>
              </a:rPr>
              <a:t>Pulse para editar el formato del texto de título</a:t>
            </a:r>
          </a:p>
        </p:txBody>
      </p:sp>
      <p:sp>
        <p:nvSpPr>
          <p:cNvPr id="15" name="PlaceHolder 2"/>
          <p:cNvSpPr>
            <a:spLocks noGrp="1"/>
          </p:cNvSpPr>
          <p:nvPr>
            <p:ph type="body"/>
          </p:nvPr>
        </p:nvSpPr>
        <p:spPr>
          <a:xfrm rot="5400000">
            <a:off x="1800000" y="-596160"/>
            <a:ext cx="5811480" cy="7733880"/>
          </a:xfrm>
          <a:prstGeom prst="rect">
            <a:avLst/>
          </a:prstGeom>
          <a:noFill/>
          <a:ln w="0">
            <a:noFill/>
          </a:ln>
        </p:spPr>
        <p:txBody>
          <a:bodyPr lIns="91440" tIns="45720" rIns="91440" bIns="45720" anchor="t">
            <a:normAutofit/>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16"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17"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18"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44388124-4D38-417B-B153-8203E7C66377}"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rmAutofit/>
          </a:bodyPr>
          <a:lstStyle/>
          <a:p>
            <a:pPr indent="0">
              <a:buNone/>
            </a:pPr>
            <a:r>
              <a:rPr lang="es-ES" sz="6000" b="0" strike="noStrike" spc="-1">
                <a:solidFill>
                  <a:srgbClr val="000000"/>
                </a:solidFill>
                <a:latin typeface="Arial"/>
              </a:rPr>
              <a:t>Pulse para editar el formato del texto de título</a:t>
            </a:r>
          </a:p>
        </p:txBody>
      </p:sp>
      <p:sp>
        <p:nvSpPr>
          <p:cNvPr id="20" name="PlaceHolder 2"/>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21" name="PlaceHolder 3"/>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22" name="PlaceHolder 4"/>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AC5DD2CF-337B-4455-AA43-E0C8DD1AF8E9}"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fontScale="93422"/>
          </a:bodyPr>
          <a:lstStyle/>
          <a:p>
            <a:pPr indent="0">
              <a:buNone/>
            </a:pPr>
            <a:r>
              <a:rPr lang="es-ES" sz="4400" b="0" strike="noStrike" spc="-1">
                <a:solidFill>
                  <a:srgbClr val="000000"/>
                </a:solidFill>
                <a:latin typeface="Arial"/>
              </a:rPr>
              <a:t>Pulse para editar el formato del texto de título</a:t>
            </a:r>
          </a:p>
        </p:txBody>
      </p:sp>
      <p:sp>
        <p:nvSpPr>
          <p:cNvPr id="26"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rmAutofit/>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27"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28"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29"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FBF32957-AD84-4BDA-BF65-CA7D35CB7680}"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rmAutofit/>
          </a:bodyPr>
          <a:lstStyle/>
          <a:p>
            <a:pPr indent="0">
              <a:buNone/>
            </a:pPr>
            <a:r>
              <a:rPr lang="es-ES" sz="6000" b="0" strike="noStrike" spc="-1">
                <a:solidFill>
                  <a:srgbClr val="000000"/>
                </a:solidFill>
                <a:latin typeface="Arial"/>
              </a:rPr>
              <a:t>Pulse para editar el formato del texto de título</a:t>
            </a:r>
          </a:p>
        </p:txBody>
      </p:sp>
      <p:sp>
        <p:nvSpPr>
          <p:cNvPr id="3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rmAutofit fontScale="37485"/>
          </a:bodyPr>
          <a:lstStyle/>
          <a:p>
            <a:pPr marL="432000" indent="-324000">
              <a:spcBef>
                <a:spcPts val="1417"/>
              </a:spcBef>
              <a:buClr>
                <a:srgbClr val="FFFFFF"/>
              </a:buClr>
              <a:buSzPct val="45000"/>
              <a:buFont typeface="Wingdings" charset="2"/>
              <a:buChar char=""/>
            </a:pPr>
            <a:r>
              <a:rPr lang="es-ES" sz="24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4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4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4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4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400" b="0" strike="noStrike" spc="-1">
                <a:solidFill>
                  <a:srgbClr val="000000"/>
                </a:solidFill>
                <a:latin typeface="Arial"/>
              </a:rPr>
              <a:t>Séptimo nivel del esquema</a:t>
            </a:r>
          </a:p>
        </p:txBody>
      </p:sp>
      <p:sp>
        <p:nvSpPr>
          <p:cNvPr id="34"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35"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36"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F8F577E6-89BC-436B-B706-E1E99CA37580}"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rmAutofit fontScale="93422"/>
          </a:bodyPr>
          <a:lstStyle/>
          <a:p>
            <a:pPr indent="0">
              <a:buNone/>
            </a:pPr>
            <a:r>
              <a:rPr lang="es-ES" sz="4400" b="0" strike="noStrike" spc="-1">
                <a:solidFill>
                  <a:srgbClr val="000000"/>
                </a:solidFill>
                <a:latin typeface="Arial"/>
              </a:rPr>
              <a:t>Pulse para editar el formato del texto de título</a:t>
            </a:r>
          </a:p>
        </p:txBody>
      </p:sp>
      <p:sp>
        <p:nvSpPr>
          <p:cNvPr id="38"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rmAutofit fontScale="12495" lnSpcReduction="10000"/>
          </a:bodyPr>
          <a:lstStyle/>
          <a:p>
            <a:pPr marL="432000" indent="-324000">
              <a:spcBef>
                <a:spcPts val="1417"/>
              </a:spcBef>
              <a:buClr>
                <a:srgbClr val="FFFFFF"/>
              </a:buClr>
              <a:buSzPct val="45000"/>
              <a:buFont typeface="Wingdings" charset="2"/>
              <a:buChar char=""/>
            </a:pPr>
            <a:r>
              <a:rPr lang="es-ES" sz="24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4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4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4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4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400" b="0" strike="noStrike" spc="-1">
                <a:solidFill>
                  <a:srgbClr val="000000"/>
                </a:solidFill>
                <a:latin typeface="Arial"/>
              </a:rPr>
              <a:t>Séptimo nivel del esquema</a:t>
            </a:r>
          </a:p>
        </p:txBody>
      </p:sp>
      <p:sp>
        <p:nvSpPr>
          <p:cNvPr id="39"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rmAutofit fontScale="74983" lnSpcReduction="10000"/>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40"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rmAutofit fontScale="12495" lnSpcReduction="10000"/>
          </a:bodyPr>
          <a:lstStyle/>
          <a:p>
            <a:pPr marL="432000" indent="-324000">
              <a:spcBef>
                <a:spcPts val="1417"/>
              </a:spcBef>
              <a:buClr>
                <a:srgbClr val="FFFFFF"/>
              </a:buClr>
              <a:buSzPct val="45000"/>
              <a:buFont typeface="Wingdings" charset="2"/>
              <a:buChar char=""/>
            </a:pPr>
            <a:r>
              <a:rPr lang="es-ES" sz="24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4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4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4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4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400" b="0" strike="noStrike" spc="-1">
                <a:solidFill>
                  <a:srgbClr val="000000"/>
                </a:solidFill>
                <a:latin typeface="Arial"/>
              </a:rPr>
              <a:t>Séptimo nivel del esquema</a:t>
            </a:r>
          </a:p>
        </p:txBody>
      </p:sp>
      <p:sp>
        <p:nvSpPr>
          <p:cNvPr id="41"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rmAutofit fontScale="74983" lnSpcReduction="10000"/>
          </a:bodyPr>
          <a:lstStyle/>
          <a:p>
            <a:pPr marL="432000" indent="-324000">
              <a:spcBef>
                <a:spcPts val="1417"/>
              </a:spcBef>
              <a:buClr>
                <a:srgbClr val="FFFFFF"/>
              </a:buClr>
              <a:buSzPct val="45000"/>
              <a:buFont typeface="Wingdings" charset="2"/>
              <a:buChar char=""/>
            </a:pPr>
            <a:r>
              <a:rPr lang="es-ES" sz="28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28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28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28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28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2800" b="0" strike="noStrike" spc="-1">
                <a:solidFill>
                  <a:srgbClr val="000000"/>
                </a:solidFill>
                <a:latin typeface="Arial"/>
              </a:rPr>
              <a:t>Séptimo nivel del esquema</a:t>
            </a:r>
          </a:p>
        </p:txBody>
      </p:sp>
      <p:sp>
        <p:nvSpPr>
          <p:cNvPr id="42"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43"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44"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CEC3BA92-FF1E-4023-BFD9-2FDD03990D7F}"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fontScale="93422"/>
          </a:bodyPr>
          <a:lstStyle/>
          <a:p>
            <a:pPr indent="0">
              <a:buNone/>
            </a:pPr>
            <a:r>
              <a:rPr lang="es-ES" sz="4400" b="0" strike="noStrike" spc="-1">
                <a:solidFill>
                  <a:srgbClr val="000000"/>
                </a:solidFill>
                <a:latin typeface="Arial"/>
              </a:rPr>
              <a:t>Pulse para editar el formato del texto de título</a:t>
            </a:r>
          </a:p>
        </p:txBody>
      </p:sp>
      <p:sp>
        <p:nvSpPr>
          <p:cNvPr id="46"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47"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48"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B3B33E36-9F82-4CDC-A085-E110810FB0F4}"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51"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52"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590FBAE4-858F-4B3B-9947-6A50CB2269A1}"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p>
            <a:pPr indent="0">
              <a:buNone/>
            </a:pPr>
            <a:r>
              <a:rPr lang="es-ES" sz="3200" b="0" strike="noStrike" spc="-1">
                <a:solidFill>
                  <a:srgbClr val="000000"/>
                </a:solidFill>
                <a:latin typeface="Arial"/>
              </a:rPr>
              <a:t>Pulse para editar el formato del texto de título</a:t>
            </a: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fontScale="87491" lnSpcReduction="10000"/>
          </a:bodyPr>
          <a:lstStyle/>
          <a:p>
            <a:pPr marL="432000" indent="-324000">
              <a:spcBef>
                <a:spcPts val="1417"/>
              </a:spcBef>
              <a:buClr>
                <a:srgbClr val="FFFFFF"/>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32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32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32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32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32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3200" b="0" strike="noStrike" spc="-1">
                <a:solidFill>
                  <a:srgbClr val="000000"/>
                </a:solidFill>
                <a:latin typeface="Arial"/>
              </a:rPr>
              <a:t>Séptimo nivel del esquema</a:t>
            </a: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fontScale="93198"/>
          </a:bodyPr>
          <a:lstStyle/>
          <a:p>
            <a:pPr marL="432000" indent="-324000">
              <a:spcBef>
                <a:spcPts val="1417"/>
              </a:spcBef>
              <a:buClr>
                <a:srgbClr val="FFFFFF"/>
              </a:buClr>
              <a:buSzPct val="45000"/>
              <a:buFont typeface="Wingdings" charset="2"/>
              <a:buChar char=""/>
            </a:pPr>
            <a:r>
              <a:rPr lang="es-ES" sz="16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16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16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16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16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16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1600" b="0" strike="noStrike" spc="-1">
                <a:solidFill>
                  <a:srgbClr val="000000"/>
                </a:solidFill>
                <a:latin typeface="Arial"/>
              </a:rPr>
              <a:t>Séptimo nivel del esquema</a:t>
            </a:r>
          </a:p>
        </p:txBody>
      </p:sp>
      <p:sp>
        <p:nvSpPr>
          <p:cNvPr id="56"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57"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58"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0311251B-E211-4FED-AA5F-729D6A5638DD}"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rmAutofit/>
          </a:bodyPr>
          <a:lstStyle/>
          <a:p>
            <a:pPr indent="0">
              <a:buNone/>
            </a:pPr>
            <a:r>
              <a:rPr lang="es-ES" sz="3200" b="0" strike="noStrike" spc="-1">
                <a:solidFill>
                  <a:srgbClr val="000000"/>
                </a:solidFill>
                <a:latin typeface="Arial"/>
              </a:rPr>
              <a:t>Pulse para editar el formato del texto de título</a:t>
            </a:r>
          </a:p>
        </p:txBody>
      </p:sp>
      <p:sp>
        <p:nvSpPr>
          <p:cNvPr id="60"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rmAutofit fontScale="87491" lnSpcReduction="10000"/>
          </a:bodyPr>
          <a:lstStyle/>
          <a:p>
            <a:pPr marL="432000" indent="-324000">
              <a:spcBef>
                <a:spcPts val="1417"/>
              </a:spcBef>
              <a:buClr>
                <a:srgbClr val="FFFFFF"/>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32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32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32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32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32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3200" b="0" strike="noStrike" spc="-1">
                <a:solidFill>
                  <a:srgbClr val="000000"/>
                </a:solidFill>
                <a:latin typeface="Arial"/>
              </a:rPr>
              <a:t>Séptimo nivel del esquema</a:t>
            </a:r>
          </a:p>
        </p:txBody>
      </p:sp>
      <p:sp>
        <p:nvSpPr>
          <p:cNvPr id="61"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rmAutofit fontScale="93198"/>
          </a:bodyPr>
          <a:lstStyle/>
          <a:p>
            <a:pPr marL="432000" indent="-324000">
              <a:spcBef>
                <a:spcPts val="1417"/>
              </a:spcBef>
              <a:buClr>
                <a:srgbClr val="FFFFFF"/>
              </a:buClr>
              <a:buSzPct val="45000"/>
              <a:buFont typeface="Wingdings" charset="2"/>
              <a:buChar char=""/>
            </a:pPr>
            <a:r>
              <a:rPr lang="es-ES" sz="1600" b="0" strike="noStrike" spc="-1">
                <a:solidFill>
                  <a:srgbClr val="000000"/>
                </a:solidFill>
                <a:latin typeface="Arial"/>
              </a:rPr>
              <a:t>Pulse para editar el formato de texto del esquema</a:t>
            </a:r>
          </a:p>
          <a:p>
            <a:pPr marL="864000" lvl="1" indent="-324000">
              <a:spcBef>
                <a:spcPts val="1134"/>
              </a:spcBef>
              <a:buClr>
                <a:srgbClr val="FFFFFF"/>
              </a:buClr>
              <a:buSzPct val="75000"/>
              <a:buFont typeface="Symbol" charset="2"/>
              <a:buChar char=""/>
            </a:pPr>
            <a:r>
              <a:rPr lang="es-ES" sz="1600" b="0" strike="noStrike" spc="-1">
                <a:solidFill>
                  <a:srgbClr val="000000"/>
                </a:solidFill>
                <a:latin typeface="Arial"/>
              </a:rPr>
              <a:t>Segundo nivel del esquema</a:t>
            </a:r>
          </a:p>
          <a:p>
            <a:pPr marL="1296000" lvl="2" indent="-288000">
              <a:spcBef>
                <a:spcPts val="850"/>
              </a:spcBef>
              <a:buClr>
                <a:srgbClr val="FFFFFF"/>
              </a:buClr>
              <a:buSzPct val="45000"/>
              <a:buFont typeface="Wingdings" charset="2"/>
              <a:buChar char=""/>
            </a:pPr>
            <a:r>
              <a:rPr lang="es-ES" sz="1600" b="0" strike="noStrike" spc="-1">
                <a:solidFill>
                  <a:srgbClr val="000000"/>
                </a:solidFill>
                <a:latin typeface="Arial"/>
              </a:rPr>
              <a:t>Tercer nivel del esquema</a:t>
            </a:r>
          </a:p>
          <a:p>
            <a:pPr marL="1728000" lvl="3" indent="-216000">
              <a:spcBef>
                <a:spcPts val="567"/>
              </a:spcBef>
              <a:buClr>
                <a:srgbClr val="FFFFFF"/>
              </a:buClr>
              <a:buSzPct val="75000"/>
              <a:buFont typeface="Symbol" charset="2"/>
              <a:buChar char=""/>
            </a:pPr>
            <a:r>
              <a:rPr lang="es-ES" sz="1600" b="0" strike="noStrike" spc="-1">
                <a:solidFill>
                  <a:srgbClr val="000000"/>
                </a:solidFill>
                <a:latin typeface="Arial"/>
              </a:rPr>
              <a:t>Cuarto nivel del esquema</a:t>
            </a:r>
          </a:p>
          <a:p>
            <a:pPr marL="2160000" lvl="4" indent="-216000">
              <a:spcBef>
                <a:spcPts val="283"/>
              </a:spcBef>
              <a:buClr>
                <a:srgbClr val="FFFFFF"/>
              </a:buClr>
              <a:buSzPct val="45000"/>
              <a:buFont typeface="Wingdings" charset="2"/>
              <a:buChar char=""/>
            </a:pPr>
            <a:r>
              <a:rPr lang="es-ES" sz="1600" b="0" strike="noStrike" spc="-1">
                <a:solidFill>
                  <a:srgbClr val="000000"/>
                </a:solidFill>
                <a:latin typeface="Arial"/>
              </a:rPr>
              <a:t>Quinto nivel del esquema</a:t>
            </a:r>
          </a:p>
          <a:p>
            <a:pPr marL="2592000" lvl="5" indent="-216000">
              <a:spcBef>
                <a:spcPts val="283"/>
              </a:spcBef>
              <a:buClr>
                <a:srgbClr val="FFFFFF"/>
              </a:buClr>
              <a:buSzPct val="45000"/>
              <a:buFont typeface="Wingdings" charset="2"/>
              <a:buChar char=""/>
            </a:pPr>
            <a:r>
              <a:rPr lang="es-ES" sz="1600" b="0" strike="noStrike" spc="-1">
                <a:solidFill>
                  <a:srgbClr val="000000"/>
                </a:solidFill>
                <a:latin typeface="Arial"/>
              </a:rPr>
              <a:t>Sexto nivel del esquema</a:t>
            </a:r>
          </a:p>
          <a:p>
            <a:pPr marL="3024000" lvl="6" indent="-216000">
              <a:spcBef>
                <a:spcPts val="283"/>
              </a:spcBef>
              <a:buClr>
                <a:srgbClr val="FFFFFF"/>
              </a:buClr>
              <a:buSzPct val="45000"/>
              <a:buFont typeface="Wingdings" charset="2"/>
              <a:buChar char=""/>
            </a:pPr>
            <a:r>
              <a:rPr lang="es-ES" sz="1600" b="0" strike="noStrike" spc="-1">
                <a:solidFill>
                  <a:srgbClr val="000000"/>
                </a:solidFill>
                <a:latin typeface="Arial"/>
              </a:rPr>
              <a:t>Séptimo nivel del esquema</a:t>
            </a:r>
          </a:p>
        </p:txBody>
      </p:sp>
      <p:sp>
        <p:nvSpPr>
          <p:cNvPr id="62"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buNone/>
              <a:defRPr lang="es-ES" sz="1400" b="0" strike="noStrike" spc="-1">
                <a:solidFill>
                  <a:srgbClr val="FFFFFF"/>
                </a:solidFill>
                <a:latin typeface="Times New Roman"/>
              </a:defRPr>
            </a:lvl1pPr>
          </a:lstStyle>
          <a:p>
            <a:pPr indent="0">
              <a:buNone/>
            </a:pPr>
            <a:r>
              <a:rPr lang="es-ES" sz="1400" b="0" strike="noStrike" spc="-1">
                <a:solidFill>
                  <a:srgbClr val="FFFFFF"/>
                </a:solidFill>
                <a:latin typeface="Times New Roman"/>
              </a:rPr>
              <a:t>&lt;fecha/hora&gt;</a:t>
            </a:r>
          </a:p>
        </p:txBody>
      </p:sp>
      <p:sp>
        <p:nvSpPr>
          <p:cNvPr id="63"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ES" sz="1400" b="0" strike="noStrike" spc="-1">
                <a:solidFill>
                  <a:srgbClr val="FFFFFF"/>
                </a:solidFill>
                <a:latin typeface="Times New Roman"/>
              </a:defRPr>
            </a:lvl1pPr>
          </a:lstStyle>
          <a:p>
            <a:pPr indent="0" algn="ctr">
              <a:buNone/>
            </a:pPr>
            <a:r>
              <a:rPr lang="es-ES" sz="1400" b="0" strike="noStrike" spc="-1">
                <a:solidFill>
                  <a:srgbClr val="FFFFFF"/>
                </a:solidFill>
                <a:latin typeface="Times New Roman"/>
              </a:rPr>
              <a:t>&lt;pie de página&gt;</a:t>
            </a:r>
          </a:p>
        </p:txBody>
      </p:sp>
      <p:sp>
        <p:nvSpPr>
          <p:cNvPr id="64"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GB" sz="1200" b="0" strike="noStrike" spc="-1">
                <a:solidFill>
                  <a:schemeClr val="lt1"/>
                </a:solidFill>
                <a:latin typeface="Calibri"/>
                <a:ea typeface="Calibri"/>
              </a:defRPr>
            </a:lvl1pPr>
          </a:lstStyle>
          <a:p>
            <a:pPr indent="0" algn="r">
              <a:lnSpc>
                <a:spcPct val="100000"/>
              </a:lnSpc>
              <a:buNone/>
              <a:tabLst>
                <a:tab pos="0" algn="l"/>
              </a:tabLst>
            </a:pPr>
            <a:fld id="{7BE870FA-131F-48E6-9CD8-B25CF55AD02A}" type="slidenum">
              <a:rPr lang="en-GB" sz="1200" b="0" strike="noStrike" spc="-1">
                <a:solidFill>
                  <a:schemeClr val="lt1"/>
                </a:solidFill>
                <a:latin typeface="Calibri"/>
                <a:ea typeface="Calibri"/>
              </a:rPr>
              <a:t>‹Nº›</a:t>
            </a:fld>
            <a:endParaRPr lang="es-ES" sz="1200" b="0" strike="noStrike" spc="-1">
              <a:solidFill>
                <a:srgbClr val="FFFFFF"/>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aternova.github.io/random-forest-viz/"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ing.oreilly.com/library/view/hands-on-machine-learning/9781492032632/ch07.html#ensembles_chapter"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towardsdatascience.com/how-does-xgboost-work-748bc75c58aa" TargetMode="External"/><Relationship Id="rId4" Type="http://schemas.openxmlformats.org/officeDocument/2006/relationships/hyperlink" Target="https://towardsdatascience.com/simple-guide-for-ensemble-learning-methods-d87cc68705a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rmAutofit/>
          </a:bodyPr>
          <a:lstStyle/>
          <a:p>
            <a:pPr indent="0" algn="ctr">
              <a:lnSpc>
                <a:spcPct val="90000"/>
              </a:lnSpc>
              <a:buNone/>
              <a:tabLst>
                <a:tab pos="0" algn="l"/>
              </a:tabLst>
            </a:pPr>
            <a:r>
              <a:rPr lang="en-GB" sz="4400" b="0" strike="noStrike" spc="-1">
                <a:solidFill>
                  <a:srgbClr val="FF0000"/>
                </a:solidFill>
                <a:latin typeface="Calibri"/>
                <a:ea typeface="Calibri"/>
              </a:rPr>
              <a:t>Machine Learning – Ensembling</a:t>
            </a:r>
            <a:endParaRPr lang="es-ES" sz="4400" b="0" strike="noStrike" spc="-1">
              <a:solidFill>
                <a:srgbClr val="000000"/>
              </a:solidFill>
              <a:latin typeface="Arial"/>
            </a:endParaRPr>
          </a:p>
        </p:txBody>
      </p:sp>
      <p:sp>
        <p:nvSpPr>
          <p:cNvPr id="2" name="CuadroTexto 1">
            <a:extLst>
              <a:ext uri="{FF2B5EF4-FFF2-40B4-BE49-F238E27FC236}">
                <a16:creationId xmlns:a16="http://schemas.microsoft.com/office/drawing/2014/main" id="{53DAB96F-3A84-2526-B008-8EF435384D6F}"/>
              </a:ext>
            </a:extLst>
          </p:cNvPr>
          <p:cNvSpPr txBox="1"/>
          <p:nvPr/>
        </p:nvSpPr>
        <p:spPr>
          <a:xfrm>
            <a:off x="1409580" y="4026977"/>
            <a:ext cx="9372600" cy="646331"/>
          </a:xfrm>
          <a:prstGeom prst="rect">
            <a:avLst/>
          </a:prstGeom>
          <a:noFill/>
        </p:spPr>
        <p:txBody>
          <a:bodyPr wrap="square" rtlCol="0">
            <a:spAutoFit/>
          </a:bodyPr>
          <a:lstStyle/>
          <a:p>
            <a:r>
              <a:rPr lang="es-ES" dirty="0">
                <a:solidFill>
                  <a:schemeClr val="bg1"/>
                </a:solidFill>
              </a:rPr>
              <a:t>Técnicas para combinar modelos de predicción de forma que unos compensen las deficiencias de otros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Concurso de la tele</a:t>
            </a:r>
            <a:endParaRPr lang="es-ES" sz="4400" b="0" strike="noStrike" spc="-1">
              <a:solidFill>
                <a:srgbClr val="000000"/>
              </a:solidFill>
              <a:latin typeface="Arial"/>
            </a:endParaRPr>
          </a:p>
        </p:txBody>
      </p:sp>
      <p:pic>
        <p:nvPicPr>
          <p:cNvPr id="73" name="Google Shape;96;g9c522aaa2e_0_10" descr="Icono&#10;&#10;Descripción generada automáticamente"/>
          <p:cNvPicPr/>
          <p:nvPr/>
        </p:nvPicPr>
        <p:blipFill>
          <a:blip r:embed="rId3"/>
          <a:stretch/>
        </p:blipFill>
        <p:spPr>
          <a:xfrm>
            <a:off x="3624120" y="2806200"/>
            <a:ext cx="433800" cy="485280"/>
          </a:xfrm>
          <a:prstGeom prst="rect">
            <a:avLst/>
          </a:prstGeom>
          <a:ln w="0">
            <a:noFill/>
          </a:ln>
        </p:spPr>
      </p:pic>
      <p:pic>
        <p:nvPicPr>
          <p:cNvPr id="74" name="Google Shape;97;g9c522aaa2e_0_10" descr="Icono&#10;&#10;Descripción generada automáticamente"/>
          <p:cNvPicPr/>
          <p:nvPr/>
        </p:nvPicPr>
        <p:blipFill>
          <a:blip r:embed="rId4"/>
          <a:stretch/>
        </p:blipFill>
        <p:spPr>
          <a:xfrm>
            <a:off x="5008680" y="2806200"/>
            <a:ext cx="433800" cy="485280"/>
          </a:xfrm>
          <a:prstGeom prst="rect">
            <a:avLst/>
          </a:prstGeom>
          <a:ln w="0">
            <a:noFill/>
          </a:ln>
        </p:spPr>
      </p:pic>
      <p:pic>
        <p:nvPicPr>
          <p:cNvPr id="75" name="Google Shape;98;g9c522aaa2e_0_10" descr="Icono&#10;&#10;Descripción generada automáticamente"/>
          <p:cNvPicPr/>
          <p:nvPr/>
        </p:nvPicPr>
        <p:blipFill>
          <a:blip r:embed="rId5"/>
          <a:stretch/>
        </p:blipFill>
        <p:spPr>
          <a:xfrm>
            <a:off x="5719320" y="2806200"/>
            <a:ext cx="433800" cy="485280"/>
          </a:xfrm>
          <a:prstGeom prst="rect">
            <a:avLst/>
          </a:prstGeom>
          <a:ln w="0">
            <a:noFill/>
          </a:ln>
        </p:spPr>
      </p:pic>
      <p:pic>
        <p:nvPicPr>
          <p:cNvPr id="76" name="Google Shape;99;g9c522aaa2e_0_10" descr="Icono&#10;&#10;Descripción generada automáticamente"/>
          <p:cNvPicPr/>
          <p:nvPr/>
        </p:nvPicPr>
        <p:blipFill>
          <a:blip r:embed="rId6"/>
          <a:stretch/>
        </p:blipFill>
        <p:spPr>
          <a:xfrm>
            <a:off x="4264200" y="2806200"/>
            <a:ext cx="433800" cy="485280"/>
          </a:xfrm>
          <a:prstGeom prst="rect">
            <a:avLst/>
          </a:prstGeom>
          <a:ln w="0">
            <a:noFill/>
          </a:ln>
        </p:spPr>
      </p:pic>
      <p:sp>
        <p:nvSpPr>
          <p:cNvPr id="77" name="Google Shape;100;g9c522aaa2e_0_10"/>
          <p:cNvSpPr/>
          <p:nvPr/>
        </p:nvSpPr>
        <p:spPr>
          <a:xfrm>
            <a:off x="2440440" y="3414600"/>
            <a:ext cx="9727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0" strike="noStrike" spc="-1">
                <a:solidFill>
                  <a:srgbClr val="FFFFFF"/>
                </a:solidFill>
                <a:latin typeface="Calibri"/>
                <a:ea typeface="Calibri"/>
              </a:rPr>
              <a:t>Pregunta 1</a:t>
            </a:r>
            <a:endParaRPr lang="es-ES" sz="1300" b="0" strike="noStrike" spc="-1">
              <a:solidFill>
                <a:srgbClr val="FFFFFF"/>
              </a:solidFill>
              <a:latin typeface="Arial"/>
            </a:endParaRPr>
          </a:p>
        </p:txBody>
      </p:sp>
      <p:cxnSp>
        <p:nvCxnSpPr>
          <p:cNvPr id="78" name="Google Shape;101;g9c522aaa2e_0_10"/>
          <p:cNvCxnSpPr/>
          <p:nvPr/>
        </p:nvCxnSpPr>
        <p:spPr>
          <a:xfrm>
            <a:off x="2530800" y="3364920"/>
            <a:ext cx="6725160" cy="360"/>
          </a:xfrm>
          <a:prstGeom prst="straightConnector1">
            <a:avLst/>
          </a:prstGeom>
          <a:ln w="28575">
            <a:solidFill>
              <a:srgbClr val="674EA7"/>
            </a:solidFill>
            <a:miter/>
          </a:ln>
        </p:spPr>
      </p:cxnSp>
      <p:sp>
        <p:nvSpPr>
          <p:cNvPr id="79" name="Google Shape;102;g9c522aaa2e_0_10"/>
          <p:cNvSpPr/>
          <p:nvPr/>
        </p:nvSpPr>
        <p:spPr>
          <a:xfrm>
            <a:off x="365148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cxnSp>
        <p:nvCxnSpPr>
          <p:cNvPr id="80" name="Google Shape;103;g9c522aaa2e_0_10"/>
          <p:cNvCxnSpPr/>
          <p:nvPr/>
        </p:nvCxnSpPr>
        <p:spPr>
          <a:xfrm>
            <a:off x="2530800" y="4191120"/>
            <a:ext cx="6725160" cy="360"/>
          </a:xfrm>
          <a:prstGeom prst="straightConnector1">
            <a:avLst/>
          </a:prstGeom>
          <a:ln w="28575">
            <a:solidFill>
              <a:srgbClr val="674EA7"/>
            </a:solidFill>
            <a:miter/>
          </a:ln>
        </p:spPr>
      </p:cxnSp>
      <p:cxnSp>
        <p:nvCxnSpPr>
          <p:cNvPr id="81" name="Google Shape;104;g9c522aaa2e_0_10"/>
          <p:cNvCxnSpPr/>
          <p:nvPr/>
        </p:nvCxnSpPr>
        <p:spPr>
          <a:xfrm>
            <a:off x="2530800" y="3771720"/>
            <a:ext cx="6725160" cy="360"/>
          </a:xfrm>
          <a:prstGeom prst="straightConnector1">
            <a:avLst/>
          </a:prstGeom>
          <a:ln w="28575">
            <a:solidFill>
              <a:srgbClr val="674EA7"/>
            </a:solidFill>
            <a:miter/>
          </a:ln>
        </p:spPr>
      </p:cxnSp>
      <p:cxnSp>
        <p:nvCxnSpPr>
          <p:cNvPr id="82" name="Google Shape;105;g9c522aaa2e_0_10"/>
          <p:cNvCxnSpPr/>
          <p:nvPr/>
        </p:nvCxnSpPr>
        <p:spPr>
          <a:xfrm>
            <a:off x="2530800" y="4654800"/>
            <a:ext cx="6725160" cy="360"/>
          </a:xfrm>
          <a:prstGeom prst="straightConnector1">
            <a:avLst/>
          </a:prstGeom>
          <a:ln w="28575">
            <a:solidFill>
              <a:srgbClr val="674EA7"/>
            </a:solidFill>
            <a:miter/>
          </a:ln>
        </p:spPr>
      </p:cxnSp>
      <p:cxnSp>
        <p:nvCxnSpPr>
          <p:cNvPr id="83" name="Google Shape;106;g9c522aaa2e_0_10"/>
          <p:cNvCxnSpPr/>
          <p:nvPr/>
        </p:nvCxnSpPr>
        <p:spPr>
          <a:xfrm>
            <a:off x="2530800" y="5099760"/>
            <a:ext cx="6725160" cy="360"/>
          </a:xfrm>
          <a:prstGeom prst="straightConnector1">
            <a:avLst/>
          </a:prstGeom>
          <a:ln w="28575">
            <a:solidFill>
              <a:srgbClr val="674EA7"/>
            </a:solidFill>
            <a:miter/>
          </a:ln>
        </p:spPr>
      </p:cxnSp>
      <p:sp>
        <p:nvSpPr>
          <p:cNvPr id="84" name="Google Shape;107;g9c522aaa2e_0_10"/>
          <p:cNvSpPr/>
          <p:nvPr/>
        </p:nvSpPr>
        <p:spPr>
          <a:xfrm>
            <a:off x="5036400" y="339516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85" name="Google Shape;108;g9c522aaa2e_0_10"/>
          <p:cNvSpPr/>
          <p:nvPr/>
        </p:nvSpPr>
        <p:spPr>
          <a:xfrm>
            <a:off x="2440440" y="3827880"/>
            <a:ext cx="9727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0" strike="noStrike" spc="-1">
                <a:solidFill>
                  <a:srgbClr val="FFFFFF"/>
                </a:solidFill>
                <a:latin typeface="Calibri"/>
                <a:ea typeface="Calibri"/>
              </a:rPr>
              <a:t>Pregunta 2</a:t>
            </a:r>
            <a:endParaRPr lang="es-ES" sz="1300" b="0" strike="noStrike" spc="-1">
              <a:solidFill>
                <a:srgbClr val="FFFFFF"/>
              </a:solidFill>
              <a:latin typeface="Arial"/>
            </a:endParaRPr>
          </a:p>
        </p:txBody>
      </p:sp>
      <p:sp>
        <p:nvSpPr>
          <p:cNvPr id="86" name="Google Shape;109;g9c522aaa2e_0_10"/>
          <p:cNvSpPr/>
          <p:nvPr/>
        </p:nvSpPr>
        <p:spPr>
          <a:xfrm>
            <a:off x="2440440" y="4269240"/>
            <a:ext cx="9727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0" strike="noStrike" spc="-1">
                <a:solidFill>
                  <a:srgbClr val="FFFFFF"/>
                </a:solidFill>
                <a:latin typeface="Calibri"/>
                <a:ea typeface="Calibri"/>
              </a:rPr>
              <a:t>Pregunta 3</a:t>
            </a:r>
            <a:endParaRPr lang="es-ES" sz="1300" b="0" strike="noStrike" spc="-1">
              <a:solidFill>
                <a:srgbClr val="FFFFFF"/>
              </a:solidFill>
              <a:latin typeface="Arial"/>
            </a:endParaRPr>
          </a:p>
        </p:txBody>
      </p:sp>
      <p:sp>
        <p:nvSpPr>
          <p:cNvPr id="87" name="Google Shape;110;g9c522aaa2e_0_10"/>
          <p:cNvSpPr/>
          <p:nvPr/>
        </p:nvSpPr>
        <p:spPr>
          <a:xfrm>
            <a:off x="2440440" y="4723560"/>
            <a:ext cx="9727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0" strike="noStrike" spc="-1">
                <a:solidFill>
                  <a:srgbClr val="FFFFFF"/>
                </a:solidFill>
                <a:latin typeface="Calibri"/>
                <a:ea typeface="Calibri"/>
              </a:rPr>
              <a:t>Pregunta 4</a:t>
            </a:r>
            <a:endParaRPr lang="es-ES" sz="1300" b="0" strike="noStrike" spc="-1">
              <a:solidFill>
                <a:srgbClr val="FFFFFF"/>
              </a:solidFill>
              <a:latin typeface="Arial"/>
            </a:endParaRPr>
          </a:p>
        </p:txBody>
      </p:sp>
      <p:pic>
        <p:nvPicPr>
          <p:cNvPr id="88" name="Google Shape;111;g9c522aaa2e_0_10" descr="Icono&#10;&#10;Descripción generada automáticamente"/>
          <p:cNvPicPr/>
          <p:nvPr/>
        </p:nvPicPr>
        <p:blipFill>
          <a:blip r:embed="rId3"/>
          <a:stretch/>
        </p:blipFill>
        <p:spPr>
          <a:xfrm>
            <a:off x="6429960" y="2806200"/>
            <a:ext cx="433800" cy="485280"/>
          </a:xfrm>
          <a:prstGeom prst="rect">
            <a:avLst/>
          </a:prstGeom>
          <a:ln w="0">
            <a:noFill/>
          </a:ln>
        </p:spPr>
      </p:pic>
      <p:cxnSp>
        <p:nvCxnSpPr>
          <p:cNvPr id="89" name="Google Shape;112;g9c522aaa2e_0_10"/>
          <p:cNvCxnSpPr/>
          <p:nvPr/>
        </p:nvCxnSpPr>
        <p:spPr>
          <a:xfrm>
            <a:off x="2530800" y="5545080"/>
            <a:ext cx="6725160" cy="360"/>
          </a:xfrm>
          <a:prstGeom prst="straightConnector1">
            <a:avLst/>
          </a:prstGeom>
          <a:ln w="28575">
            <a:solidFill>
              <a:srgbClr val="674EA7"/>
            </a:solidFill>
            <a:miter/>
          </a:ln>
        </p:spPr>
      </p:cxnSp>
      <p:sp>
        <p:nvSpPr>
          <p:cNvPr id="90" name="Google Shape;113;g9c522aaa2e_0_10"/>
          <p:cNvSpPr/>
          <p:nvPr/>
        </p:nvSpPr>
        <p:spPr>
          <a:xfrm>
            <a:off x="2440440" y="5168520"/>
            <a:ext cx="9727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0" strike="noStrike" spc="-1">
                <a:solidFill>
                  <a:srgbClr val="FFFFFF"/>
                </a:solidFill>
                <a:latin typeface="Calibri"/>
                <a:ea typeface="Calibri"/>
              </a:rPr>
              <a:t>Pregunta 5</a:t>
            </a:r>
            <a:endParaRPr lang="es-ES" sz="1300" b="0" strike="noStrike" spc="-1">
              <a:solidFill>
                <a:srgbClr val="FFFFFF"/>
              </a:solidFill>
              <a:latin typeface="Arial"/>
            </a:endParaRPr>
          </a:p>
        </p:txBody>
      </p:sp>
      <p:pic>
        <p:nvPicPr>
          <p:cNvPr id="91" name="Google Shape;114;g9c522aaa2e_0_10" descr="Icono&#10;&#10;Descripción generada automáticamente"/>
          <p:cNvPicPr/>
          <p:nvPr/>
        </p:nvPicPr>
        <p:blipFill>
          <a:blip r:embed="rId4"/>
          <a:stretch/>
        </p:blipFill>
        <p:spPr>
          <a:xfrm>
            <a:off x="7856640" y="2774520"/>
            <a:ext cx="433800" cy="485280"/>
          </a:xfrm>
          <a:prstGeom prst="rect">
            <a:avLst/>
          </a:prstGeom>
          <a:ln w="0">
            <a:noFill/>
          </a:ln>
        </p:spPr>
      </p:pic>
      <p:pic>
        <p:nvPicPr>
          <p:cNvPr id="92" name="Google Shape;115;g9c522aaa2e_0_10" descr="Icono&#10;&#10;Descripción generada automáticamente"/>
          <p:cNvPicPr/>
          <p:nvPr/>
        </p:nvPicPr>
        <p:blipFill>
          <a:blip r:embed="rId6"/>
          <a:stretch/>
        </p:blipFill>
        <p:spPr>
          <a:xfrm>
            <a:off x="7112160" y="2774520"/>
            <a:ext cx="433800" cy="485280"/>
          </a:xfrm>
          <a:prstGeom prst="rect">
            <a:avLst/>
          </a:prstGeom>
          <a:ln w="0">
            <a:noFill/>
          </a:ln>
        </p:spPr>
      </p:pic>
      <p:sp>
        <p:nvSpPr>
          <p:cNvPr id="93" name="Google Shape;116;g9c522aaa2e_0_10"/>
          <p:cNvSpPr/>
          <p:nvPr/>
        </p:nvSpPr>
        <p:spPr>
          <a:xfrm>
            <a:off x="429192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94" name="Google Shape;117;g9c522aaa2e_0_10"/>
          <p:cNvSpPr/>
          <p:nvPr/>
        </p:nvSpPr>
        <p:spPr>
          <a:xfrm>
            <a:off x="574704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95" name="Google Shape;118;g9c522aaa2e_0_10"/>
          <p:cNvSpPr/>
          <p:nvPr/>
        </p:nvSpPr>
        <p:spPr>
          <a:xfrm>
            <a:off x="645732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96" name="Google Shape;119;g9c522aaa2e_0_10"/>
          <p:cNvSpPr/>
          <p:nvPr/>
        </p:nvSpPr>
        <p:spPr>
          <a:xfrm>
            <a:off x="713988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97" name="Google Shape;120;g9c522aaa2e_0_10"/>
          <p:cNvSpPr/>
          <p:nvPr/>
        </p:nvSpPr>
        <p:spPr>
          <a:xfrm>
            <a:off x="787824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98" name="Google Shape;121;g9c522aaa2e_0_10"/>
          <p:cNvSpPr/>
          <p:nvPr/>
        </p:nvSpPr>
        <p:spPr>
          <a:xfrm>
            <a:off x="366336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99" name="Google Shape;122;g9c522aaa2e_0_10"/>
          <p:cNvSpPr/>
          <p:nvPr/>
        </p:nvSpPr>
        <p:spPr>
          <a:xfrm>
            <a:off x="429192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00" name="Google Shape;123;g9c522aaa2e_0_10"/>
          <p:cNvSpPr/>
          <p:nvPr/>
        </p:nvSpPr>
        <p:spPr>
          <a:xfrm>
            <a:off x="787824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01" name="Google Shape;124;g9c522aaa2e_0_10"/>
          <p:cNvSpPr/>
          <p:nvPr/>
        </p:nvSpPr>
        <p:spPr>
          <a:xfrm>
            <a:off x="503640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02" name="Google Shape;125;g9c522aaa2e_0_10"/>
          <p:cNvSpPr/>
          <p:nvPr/>
        </p:nvSpPr>
        <p:spPr>
          <a:xfrm>
            <a:off x="574704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03" name="Google Shape;126;g9c522aaa2e_0_10"/>
          <p:cNvSpPr/>
          <p:nvPr/>
        </p:nvSpPr>
        <p:spPr>
          <a:xfrm>
            <a:off x="645732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04" name="Google Shape;127;g9c522aaa2e_0_10"/>
          <p:cNvSpPr/>
          <p:nvPr/>
        </p:nvSpPr>
        <p:spPr>
          <a:xfrm>
            <a:off x="713988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05" name="Google Shape;128;g9c522aaa2e_0_10"/>
          <p:cNvSpPr/>
          <p:nvPr/>
        </p:nvSpPr>
        <p:spPr>
          <a:xfrm>
            <a:off x="366336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06" name="Google Shape;129;g9c522aaa2e_0_10"/>
          <p:cNvSpPr/>
          <p:nvPr/>
        </p:nvSpPr>
        <p:spPr>
          <a:xfrm>
            <a:off x="429192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07" name="Google Shape;130;g9c522aaa2e_0_10"/>
          <p:cNvSpPr/>
          <p:nvPr/>
        </p:nvSpPr>
        <p:spPr>
          <a:xfrm>
            <a:off x="503640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08" name="Google Shape;131;g9c522aaa2e_0_10"/>
          <p:cNvSpPr/>
          <p:nvPr/>
        </p:nvSpPr>
        <p:spPr>
          <a:xfrm>
            <a:off x="574704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09" name="Google Shape;132;g9c522aaa2e_0_10"/>
          <p:cNvSpPr/>
          <p:nvPr/>
        </p:nvSpPr>
        <p:spPr>
          <a:xfrm>
            <a:off x="645732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10" name="Google Shape;133;g9c522aaa2e_0_10"/>
          <p:cNvSpPr/>
          <p:nvPr/>
        </p:nvSpPr>
        <p:spPr>
          <a:xfrm>
            <a:off x="713988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11" name="Google Shape;134;g9c522aaa2e_0_10"/>
          <p:cNvSpPr/>
          <p:nvPr/>
        </p:nvSpPr>
        <p:spPr>
          <a:xfrm>
            <a:off x="788148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12" name="Google Shape;135;g9c522aaa2e_0_10"/>
          <p:cNvSpPr/>
          <p:nvPr/>
        </p:nvSpPr>
        <p:spPr>
          <a:xfrm>
            <a:off x="3651480" y="46926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13" name="Google Shape;136;g9c522aaa2e_0_10"/>
          <p:cNvSpPr/>
          <p:nvPr/>
        </p:nvSpPr>
        <p:spPr>
          <a:xfrm>
            <a:off x="5747040" y="46692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14" name="Google Shape;137;g9c522aaa2e_0_10"/>
          <p:cNvSpPr/>
          <p:nvPr/>
        </p:nvSpPr>
        <p:spPr>
          <a:xfrm>
            <a:off x="4291920" y="46692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15" name="Google Shape;138;g9c522aaa2e_0_10"/>
          <p:cNvSpPr/>
          <p:nvPr/>
        </p:nvSpPr>
        <p:spPr>
          <a:xfrm>
            <a:off x="5036400" y="46692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16" name="Google Shape;139;g9c522aaa2e_0_10"/>
          <p:cNvSpPr/>
          <p:nvPr/>
        </p:nvSpPr>
        <p:spPr>
          <a:xfrm>
            <a:off x="6457320" y="46926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17" name="Google Shape;140;g9c522aaa2e_0_10"/>
          <p:cNvSpPr/>
          <p:nvPr/>
        </p:nvSpPr>
        <p:spPr>
          <a:xfrm>
            <a:off x="7139880" y="46926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18" name="Google Shape;141;g9c522aaa2e_0_10"/>
          <p:cNvSpPr/>
          <p:nvPr/>
        </p:nvSpPr>
        <p:spPr>
          <a:xfrm>
            <a:off x="7912080" y="46926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19" name="Google Shape;142;g9c522aaa2e_0_10"/>
          <p:cNvSpPr/>
          <p:nvPr/>
        </p:nvSpPr>
        <p:spPr>
          <a:xfrm>
            <a:off x="365148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20" name="Google Shape;143;g9c522aaa2e_0_10"/>
          <p:cNvSpPr/>
          <p:nvPr/>
        </p:nvSpPr>
        <p:spPr>
          <a:xfrm>
            <a:off x="503640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21" name="Google Shape;144;g9c522aaa2e_0_10"/>
          <p:cNvSpPr/>
          <p:nvPr/>
        </p:nvSpPr>
        <p:spPr>
          <a:xfrm>
            <a:off x="7139880" y="51613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22" name="Google Shape;145;g9c522aaa2e_0_10"/>
          <p:cNvSpPr/>
          <p:nvPr/>
        </p:nvSpPr>
        <p:spPr>
          <a:xfrm>
            <a:off x="791208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23" name="Google Shape;146;g9c522aaa2e_0_10"/>
          <p:cNvSpPr/>
          <p:nvPr/>
        </p:nvSpPr>
        <p:spPr>
          <a:xfrm>
            <a:off x="645732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24" name="Google Shape;147;g9c522aaa2e_0_10"/>
          <p:cNvSpPr/>
          <p:nvPr/>
        </p:nvSpPr>
        <p:spPr>
          <a:xfrm>
            <a:off x="574704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25" name="Google Shape;148;g9c522aaa2e_0_10"/>
          <p:cNvSpPr/>
          <p:nvPr/>
        </p:nvSpPr>
        <p:spPr>
          <a:xfrm>
            <a:off x="429192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26" name="Google Shape;149;g9c522aaa2e_0_10"/>
          <p:cNvSpPr/>
          <p:nvPr/>
        </p:nvSpPr>
        <p:spPr>
          <a:xfrm>
            <a:off x="2310480" y="5629320"/>
            <a:ext cx="12229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1" strike="noStrike" spc="-1">
                <a:solidFill>
                  <a:srgbClr val="FFFFFF"/>
                </a:solidFill>
                <a:latin typeface="Calibri"/>
                <a:ea typeface="Calibri"/>
              </a:rPr>
              <a:t>% ACIERTOS</a:t>
            </a:r>
            <a:endParaRPr lang="es-ES" sz="1300" b="0" strike="noStrike" spc="-1">
              <a:solidFill>
                <a:srgbClr val="FFFFFF"/>
              </a:solidFill>
              <a:latin typeface="Arial"/>
            </a:endParaRPr>
          </a:p>
        </p:txBody>
      </p:sp>
      <p:sp>
        <p:nvSpPr>
          <p:cNvPr id="127" name="Google Shape;150;g9c522aaa2e_0_10"/>
          <p:cNvSpPr/>
          <p:nvPr/>
        </p:nvSpPr>
        <p:spPr>
          <a:xfrm>
            <a:off x="3535560" y="55958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40%</a:t>
            </a:r>
            <a:endParaRPr lang="es-ES" sz="1600" b="0" strike="noStrike" spc="-1">
              <a:solidFill>
                <a:srgbClr val="FFFFFF"/>
              </a:solidFill>
              <a:latin typeface="Arial"/>
            </a:endParaRPr>
          </a:p>
        </p:txBody>
      </p:sp>
      <p:sp>
        <p:nvSpPr>
          <p:cNvPr id="128" name="Google Shape;151;g9c522aaa2e_0_10"/>
          <p:cNvSpPr/>
          <p:nvPr/>
        </p:nvSpPr>
        <p:spPr>
          <a:xfrm>
            <a:off x="4176000" y="55958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40%</a:t>
            </a:r>
            <a:endParaRPr lang="es-ES" sz="1600" b="0" strike="noStrike" spc="-1">
              <a:solidFill>
                <a:srgbClr val="FFFFFF"/>
              </a:solidFill>
              <a:latin typeface="Arial"/>
            </a:endParaRPr>
          </a:p>
        </p:txBody>
      </p:sp>
      <p:sp>
        <p:nvSpPr>
          <p:cNvPr id="129" name="Google Shape;152;g9c522aaa2e_0_10"/>
          <p:cNvSpPr/>
          <p:nvPr/>
        </p:nvSpPr>
        <p:spPr>
          <a:xfrm>
            <a:off x="4890240" y="55958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60%</a:t>
            </a:r>
            <a:endParaRPr lang="es-ES" sz="1600" b="0" strike="noStrike" spc="-1">
              <a:solidFill>
                <a:srgbClr val="FFFFFF"/>
              </a:solidFill>
              <a:latin typeface="Arial"/>
            </a:endParaRPr>
          </a:p>
        </p:txBody>
      </p:sp>
      <p:sp>
        <p:nvSpPr>
          <p:cNvPr id="130" name="Google Shape;153;g9c522aaa2e_0_10"/>
          <p:cNvSpPr/>
          <p:nvPr/>
        </p:nvSpPr>
        <p:spPr>
          <a:xfrm>
            <a:off x="5631120" y="55958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40%</a:t>
            </a:r>
            <a:endParaRPr lang="es-ES" sz="1600" b="0" strike="noStrike" spc="-1">
              <a:solidFill>
                <a:srgbClr val="FFFFFF"/>
              </a:solidFill>
              <a:latin typeface="Arial"/>
            </a:endParaRPr>
          </a:p>
        </p:txBody>
      </p:sp>
      <p:sp>
        <p:nvSpPr>
          <p:cNvPr id="131" name="Google Shape;154;g9c522aaa2e_0_10"/>
          <p:cNvSpPr/>
          <p:nvPr/>
        </p:nvSpPr>
        <p:spPr>
          <a:xfrm>
            <a:off x="6341400" y="55958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60%</a:t>
            </a:r>
            <a:endParaRPr lang="es-ES" sz="1600" b="0" strike="noStrike" spc="-1">
              <a:solidFill>
                <a:srgbClr val="FFFFFF"/>
              </a:solidFill>
              <a:latin typeface="Arial"/>
            </a:endParaRPr>
          </a:p>
        </p:txBody>
      </p:sp>
      <p:sp>
        <p:nvSpPr>
          <p:cNvPr id="132" name="Google Shape;155;g9c522aaa2e_0_10"/>
          <p:cNvSpPr/>
          <p:nvPr/>
        </p:nvSpPr>
        <p:spPr>
          <a:xfrm>
            <a:off x="7085880" y="55832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60%</a:t>
            </a:r>
            <a:endParaRPr lang="es-ES" sz="1600" b="0" strike="noStrike" spc="-1">
              <a:solidFill>
                <a:srgbClr val="FFFFFF"/>
              </a:solidFill>
              <a:latin typeface="Arial"/>
            </a:endParaRPr>
          </a:p>
        </p:txBody>
      </p:sp>
      <p:sp>
        <p:nvSpPr>
          <p:cNvPr id="133" name="Google Shape;156;g9c522aaa2e_0_10"/>
          <p:cNvSpPr/>
          <p:nvPr/>
        </p:nvSpPr>
        <p:spPr>
          <a:xfrm>
            <a:off x="7762320" y="5595840"/>
            <a:ext cx="60084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chemeClr val="lt1"/>
                </a:solidFill>
                <a:latin typeface="Calibri"/>
                <a:ea typeface="Calibri"/>
              </a:rPr>
              <a:t>40%</a:t>
            </a:r>
            <a:endParaRPr lang="es-ES" sz="1600" b="0" strike="noStrike" spc="-1">
              <a:solidFill>
                <a:srgbClr val="FFFFFF"/>
              </a:solidFill>
              <a:latin typeface="Arial"/>
            </a:endParaRPr>
          </a:p>
        </p:txBody>
      </p:sp>
      <p:sp>
        <p:nvSpPr>
          <p:cNvPr id="134" name="Google Shape;157;g9c522aaa2e_0_10"/>
          <p:cNvSpPr/>
          <p:nvPr/>
        </p:nvSpPr>
        <p:spPr>
          <a:xfrm>
            <a:off x="8392680" y="2931840"/>
            <a:ext cx="972720" cy="3074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300" b="1" strike="noStrike" spc="-1">
                <a:solidFill>
                  <a:srgbClr val="FFFFFF"/>
                </a:solidFill>
                <a:latin typeface="Calibri"/>
                <a:ea typeface="Calibri"/>
              </a:rPr>
              <a:t>VOTACIÓN</a:t>
            </a:r>
            <a:endParaRPr lang="es-ES" sz="1300" b="0" strike="noStrike" spc="-1">
              <a:solidFill>
                <a:srgbClr val="FFFFFF"/>
              </a:solidFill>
              <a:latin typeface="Arial"/>
            </a:endParaRPr>
          </a:p>
        </p:txBody>
      </p:sp>
      <p:sp>
        <p:nvSpPr>
          <p:cNvPr id="135" name="Google Shape;158;g9c522aaa2e_0_10"/>
          <p:cNvSpPr/>
          <p:nvPr/>
        </p:nvSpPr>
        <p:spPr>
          <a:xfrm>
            <a:off x="8616960" y="33840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36" name="Google Shape;159;g9c522aaa2e_0_10"/>
          <p:cNvSpPr/>
          <p:nvPr/>
        </p:nvSpPr>
        <p:spPr>
          <a:xfrm>
            <a:off x="8616960" y="3796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37" name="Google Shape;160;g9c522aaa2e_0_10"/>
          <p:cNvSpPr/>
          <p:nvPr/>
        </p:nvSpPr>
        <p:spPr>
          <a:xfrm>
            <a:off x="8646480" y="468360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38" name="Google Shape;161;g9c522aaa2e_0_10"/>
          <p:cNvSpPr/>
          <p:nvPr/>
        </p:nvSpPr>
        <p:spPr>
          <a:xfrm>
            <a:off x="8646480" y="513792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93C47D"/>
                </a:solidFill>
                <a:latin typeface="Calibri"/>
                <a:ea typeface="Calibri"/>
              </a:rPr>
              <a:t>1</a:t>
            </a:r>
            <a:endParaRPr lang="es-ES" sz="1600" b="0" strike="noStrike" spc="-1">
              <a:solidFill>
                <a:srgbClr val="FFFFFF"/>
              </a:solidFill>
              <a:latin typeface="Arial"/>
            </a:endParaRPr>
          </a:p>
        </p:txBody>
      </p:sp>
      <p:sp>
        <p:nvSpPr>
          <p:cNvPr id="139" name="Google Shape;162;g9c522aaa2e_0_10"/>
          <p:cNvSpPr/>
          <p:nvPr/>
        </p:nvSpPr>
        <p:spPr>
          <a:xfrm>
            <a:off x="8622720" y="4238280"/>
            <a:ext cx="37872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600" b="1" strike="noStrike" spc="-1">
                <a:solidFill>
                  <a:srgbClr val="CC4125"/>
                </a:solidFill>
                <a:latin typeface="Calibri"/>
                <a:ea typeface="Calibri"/>
              </a:rPr>
              <a:t>0</a:t>
            </a:r>
            <a:endParaRPr lang="es-ES" sz="1600" b="0" strike="noStrike" spc="-1">
              <a:solidFill>
                <a:srgbClr val="FFFFFF"/>
              </a:solidFill>
              <a:latin typeface="Arial"/>
            </a:endParaRPr>
          </a:p>
        </p:txBody>
      </p:sp>
      <p:sp>
        <p:nvSpPr>
          <p:cNvPr id="140" name="Google Shape;163;g9c522aaa2e_0_10"/>
          <p:cNvSpPr/>
          <p:nvPr/>
        </p:nvSpPr>
        <p:spPr>
          <a:xfrm>
            <a:off x="8439120" y="5583240"/>
            <a:ext cx="799200" cy="3690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a:lnSpc>
                <a:spcPct val="100000"/>
              </a:lnSpc>
              <a:tabLst>
                <a:tab pos="0" algn="l"/>
              </a:tabLst>
            </a:pPr>
            <a:r>
              <a:rPr lang="en-GB" sz="1900" b="1" strike="noStrike" spc="-1">
                <a:solidFill>
                  <a:srgbClr val="FFFF00"/>
                </a:solidFill>
                <a:latin typeface="Calibri"/>
                <a:ea typeface="Calibri"/>
              </a:rPr>
              <a:t>80%</a:t>
            </a:r>
            <a:endParaRPr lang="es-ES" sz="1900" b="0" strike="noStrike" spc="-1">
              <a:solidFill>
                <a:srgbClr val="FFFFFF"/>
              </a:solidFill>
              <a:latin typeface="Arial"/>
            </a:endParaRPr>
          </a:p>
        </p:txBody>
      </p:sp>
      <p:sp>
        <p:nvSpPr>
          <p:cNvPr id="141" name="Google Shape;164;g9c522aaa2e_0_10"/>
          <p:cNvSpPr/>
          <p:nvPr/>
        </p:nvSpPr>
        <p:spPr>
          <a:xfrm>
            <a:off x="684360" y="1653480"/>
            <a:ext cx="10307160" cy="8755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700" b="0" strike="noStrike" spc="-1">
                <a:solidFill>
                  <a:schemeClr val="lt1"/>
                </a:solidFill>
                <a:latin typeface="Calibri"/>
                <a:ea typeface="Calibri"/>
              </a:rPr>
              <a:t>En un concurso de la tele tenemos varios participantes. Se trata de acertar preguntas. Cuantas más aciertes, más dinero ganas. Veamos cómo lo hacen los participantes:</a:t>
            </a:r>
            <a:endParaRPr lang="es-ES" sz="1700" b="0" strike="noStrike" spc="-1">
              <a:solidFill>
                <a:srgbClr val="FFFFFF"/>
              </a:solidFill>
              <a:latin typeface="Arial"/>
            </a:endParaRPr>
          </a:p>
        </p:txBody>
      </p:sp>
      <p:sp>
        <p:nvSpPr>
          <p:cNvPr id="142" name="Google Shape;165;g9c522aaa2e_0_10"/>
          <p:cNvSpPr/>
          <p:nvPr/>
        </p:nvSpPr>
        <p:spPr>
          <a:xfrm>
            <a:off x="684360" y="6090120"/>
            <a:ext cx="10307160" cy="6760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n-GB" sz="1400" b="0" strike="noStrike" spc="-1">
                <a:solidFill>
                  <a:schemeClr val="lt1"/>
                </a:solidFill>
                <a:latin typeface="Calibri"/>
                <a:ea typeface="Calibri"/>
              </a:rPr>
              <a:t>¿Resultado? 7 concursantes trabajan mejor en equipo que de manera individual.</a:t>
            </a:r>
            <a:endParaRPr lang="es-ES" sz="1400" b="0" strike="noStrike" spc="-1">
              <a:solidFill>
                <a:srgbClr val="FFFFFF"/>
              </a:solidFill>
              <a:latin typeface="Arial"/>
            </a:endParaRPr>
          </a:p>
          <a:p>
            <a:pPr algn="ctr">
              <a:lnSpc>
                <a:spcPct val="100000"/>
              </a:lnSpc>
              <a:tabLst>
                <a:tab pos="0" algn="l"/>
              </a:tabLst>
            </a:pPr>
            <a:r>
              <a:rPr lang="en-GB" sz="1400" b="0" strike="noStrike" spc="-1">
                <a:solidFill>
                  <a:schemeClr val="lt1"/>
                </a:solidFill>
                <a:latin typeface="Calibri"/>
                <a:ea typeface="Calibri"/>
              </a:rPr>
              <a:t>Este mismo comportamiento lo podemos extrapolar a los ensemblings</a:t>
            </a:r>
            <a:endParaRPr lang="es-ES" sz="1400" b="0" strike="noStrike" spc="-1">
              <a:solidFill>
                <a:srgbClr val="FFFFFF"/>
              </a:solidFill>
              <a:latin typeface="Arial"/>
            </a:endParaRPr>
          </a:p>
        </p:txBody>
      </p:sp>
      <p:sp>
        <p:nvSpPr>
          <p:cNvPr id="2" name="CuadroTexto 1">
            <a:extLst>
              <a:ext uri="{FF2B5EF4-FFF2-40B4-BE49-F238E27FC236}">
                <a16:creationId xmlns:a16="http://schemas.microsoft.com/office/drawing/2014/main" id="{8E46EC73-2208-C1D5-F35F-4DDDF6640C2E}"/>
              </a:ext>
            </a:extLst>
          </p:cNvPr>
          <p:cNvSpPr txBox="1"/>
          <p:nvPr/>
        </p:nvSpPr>
        <p:spPr>
          <a:xfrm>
            <a:off x="9742714" y="3364920"/>
            <a:ext cx="1915886" cy="1169551"/>
          </a:xfrm>
          <a:prstGeom prst="rect">
            <a:avLst/>
          </a:prstGeom>
          <a:noFill/>
        </p:spPr>
        <p:txBody>
          <a:bodyPr wrap="square" rtlCol="0">
            <a:spAutoFit/>
          </a:bodyPr>
          <a:lstStyle/>
          <a:p>
            <a:r>
              <a:rPr lang="es-ES" sz="1400" dirty="0">
                <a:solidFill>
                  <a:schemeClr val="bg1"/>
                </a:solidFill>
              </a:rPr>
              <a:t>NO aciertan y fallan las mismas. El rendimiento conjunto es mejor que cualquiera individual</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additive="repl">
                                        <p:cTn id="7" dur="1000"/>
                                        <p:tgtEl>
                                          <p:spTgt spid="77"/>
                                        </p:tgtEl>
                                      </p:cBhvr>
                                    </p:animEffect>
                                  </p:childTnLst>
                                </p:cTn>
                              </p:par>
                              <p:par>
                                <p:cTn id="8" presetID="10" presetClass="entr" fill="hold"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fade">
                                      <p:cBhvr additive="repl">
                                        <p:cTn id="10" dur="1000"/>
                                        <p:tgtEl>
                                          <p:spTgt spid="78"/>
                                        </p:tgtEl>
                                      </p:cBhvr>
                                    </p:animEffect>
                                  </p:childTnLst>
                                </p:cTn>
                              </p:par>
                              <p:par>
                                <p:cTn id="11" presetID="10" presetClass="entr"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fade">
                                      <p:cBhvr additive="repl">
                                        <p:cTn id="13" dur="1000"/>
                                        <p:tgtEl>
                                          <p:spTgt spid="80"/>
                                        </p:tgtEl>
                                      </p:cBhvr>
                                    </p:animEffect>
                                  </p:childTnLst>
                                </p:cTn>
                              </p:par>
                              <p:par>
                                <p:cTn id="14" presetID="10" presetClass="entr" fill="hold" nodeType="with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fade">
                                      <p:cBhvr additive="repl">
                                        <p:cTn id="16" dur="1000"/>
                                        <p:tgtEl>
                                          <p:spTgt spid="81"/>
                                        </p:tgtEl>
                                      </p:cBhvr>
                                    </p:animEffect>
                                  </p:childTnLst>
                                </p:cTn>
                              </p:par>
                              <p:par>
                                <p:cTn id="17" presetID="10" presetClass="entr" fill="hold" nodeType="with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fade">
                                      <p:cBhvr additive="repl">
                                        <p:cTn id="19" dur="1000"/>
                                        <p:tgtEl>
                                          <p:spTgt spid="82"/>
                                        </p:tgtEl>
                                      </p:cBhvr>
                                    </p:animEffect>
                                  </p:childTnLst>
                                </p:cTn>
                              </p:par>
                              <p:par>
                                <p:cTn id="20" presetID="10" presetClass="entr" fill="hold"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fade">
                                      <p:cBhvr additive="repl">
                                        <p:cTn id="22" dur="1000"/>
                                        <p:tgtEl>
                                          <p:spTgt spid="83"/>
                                        </p:tgtEl>
                                      </p:cBhvr>
                                    </p:animEffect>
                                  </p:childTnLst>
                                </p:cTn>
                              </p:par>
                              <p:par>
                                <p:cTn id="23" presetID="10" presetClass="entr" fill="hold" nodeType="with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fade">
                                      <p:cBhvr additive="repl">
                                        <p:cTn id="25" dur="1000"/>
                                        <p:tgtEl>
                                          <p:spTgt spid="85"/>
                                        </p:tgtEl>
                                      </p:cBhvr>
                                    </p:animEffect>
                                  </p:childTnLst>
                                </p:cTn>
                              </p:par>
                              <p:par>
                                <p:cTn id="26" presetID="10" presetClass="entr" fill="hold" nodeType="withEffect">
                                  <p:stCondLst>
                                    <p:cond delay="0"/>
                                  </p:stCondLst>
                                  <p:childTnLst>
                                    <p:set>
                                      <p:cBhvr>
                                        <p:cTn id="27" dur="1" fill="hold">
                                          <p:stCondLst>
                                            <p:cond delay="0"/>
                                          </p:stCondLst>
                                        </p:cTn>
                                        <p:tgtEl>
                                          <p:spTgt spid="86"/>
                                        </p:tgtEl>
                                        <p:attrNameLst>
                                          <p:attrName>style.visibility</p:attrName>
                                        </p:attrNameLst>
                                      </p:cBhvr>
                                      <p:to>
                                        <p:strVal val="visible"/>
                                      </p:to>
                                    </p:set>
                                    <p:animEffect transition="in" filter="fade">
                                      <p:cBhvr additive="repl">
                                        <p:cTn id="28" dur="1000"/>
                                        <p:tgtEl>
                                          <p:spTgt spid="86"/>
                                        </p:tgtEl>
                                      </p:cBhvr>
                                    </p:animEffect>
                                  </p:childTnLst>
                                </p:cTn>
                              </p:par>
                              <p:par>
                                <p:cTn id="29" presetID="10" presetClass="entr" fill="hold" nodeType="withEffect">
                                  <p:stCondLst>
                                    <p:cond delay="0"/>
                                  </p:stCondLst>
                                  <p:childTnLst>
                                    <p:set>
                                      <p:cBhvr>
                                        <p:cTn id="30" dur="1" fill="hold">
                                          <p:stCondLst>
                                            <p:cond delay="0"/>
                                          </p:stCondLst>
                                        </p:cTn>
                                        <p:tgtEl>
                                          <p:spTgt spid="87"/>
                                        </p:tgtEl>
                                        <p:attrNameLst>
                                          <p:attrName>style.visibility</p:attrName>
                                        </p:attrNameLst>
                                      </p:cBhvr>
                                      <p:to>
                                        <p:strVal val="visible"/>
                                      </p:to>
                                    </p:set>
                                    <p:animEffect transition="in" filter="fade">
                                      <p:cBhvr additive="repl">
                                        <p:cTn id="31" dur="1000"/>
                                        <p:tgtEl>
                                          <p:spTgt spid="87"/>
                                        </p:tgtEl>
                                      </p:cBhvr>
                                    </p:animEffect>
                                  </p:childTnLst>
                                </p:cTn>
                              </p:par>
                              <p:par>
                                <p:cTn id="32" presetID="10" presetClass="entr" fill="hold" nodeType="with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fade">
                                      <p:cBhvr additive="repl">
                                        <p:cTn id="34" dur="1000"/>
                                        <p:tgtEl>
                                          <p:spTgt spid="90"/>
                                        </p:tgtEl>
                                      </p:cBhvr>
                                    </p:animEffect>
                                  </p:childTnLst>
                                </p:cTn>
                              </p:par>
                              <p:par>
                                <p:cTn id="35" presetID="10" presetClass="entr" fill="hold" nodeType="with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fade">
                                      <p:cBhvr additive="repl">
                                        <p:cTn id="37" dur="1000"/>
                                        <p:tgtEl>
                                          <p:spTgt spid="8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fill="hold" nodeType="clickEffect">
                                  <p:stCondLst>
                                    <p:cond delay="0"/>
                                  </p:stCondLst>
                                  <p:childTnLst>
                                    <p:set>
                                      <p:cBhvr>
                                        <p:cTn id="41" dur="1" fill="hold">
                                          <p:stCondLst>
                                            <p:cond delay="0"/>
                                          </p:stCondLst>
                                        </p:cTn>
                                        <p:tgtEl>
                                          <p:spTgt spid="73"/>
                                        </p:tgtEl>
                                        <p:attrNameLst>
                                          <p:attrName>style.visibility</p:attrName>
                                        </p:attrNameLst>
                                      </p:cBhvr>
                                      <p:to>
                                        <p:strVal val="visible"/>
                                      </p:to>
                                    </p:set>
                                    <p:animEffect transition="in" filter="fade">
                                      <p:cBhvr additive="repl">
                                        <p:cTn id="42" dur="1000"/>
                                        <p:tgtEl>
                                          <p:spTgt spid="7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fill="hold" nodeType="clickEffect">
                                  <p:stCondLst>
                                    <p:cond delay="0"/>
                                  </p:stCondLst>
                                  <p:childTnLst>
                                    <p:set>
                                      <p:cBhvr>
                                        <p:cTn id="46" dur="1" fill="hold">
                                          <p:stCondLst>
                                            <p:cond delay="0"/>
                                          </p:stCondLst>
                                        </p:cTn>
                                        <p:tgtEl>
                                          <p:spTgt spid="79"/>
                                        </p:tgtEl>
                                        <p:attrNameLst>
                                          <p:attrName>style.visibility</p:attrName>
                                        </p:attrNameLst>
                                      </p:cBhvr>
                                      <p:to>
                                        <p:strVal val="visible"/>
                                      </p:to>
                                    </p:set>
                                    <p:animEffect transition="in" filter="fade">
                                      <p:cBhvr additive="repl">
                                        <p:cTn id="47" dur="1000"/>
                                        <p:tgtEl>
                                          <p:spTgt spid="7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fill="hold" nodeType="clickEffect">
                                  <p:stCondLst>
                                    <p:cond delay="0"/>
                                  </p:stCondLst>
                                  <p:childTnLst>
                                    <p:set>
                                      <p:cBhvr>
                                        <p:cTn id="51" dur="1" fill="hold">
                                          <p:stCondLst>
                                            <p:cond delay="0"/>
                                          </p:stCondLst>
                                        </p:cTn>
                                        <p:tgtEl>
                                          <p:spTgt spid="98"/>
                                        </p:tgtEl>
                                        <p:attrNameLst>
                                          <p:attrName>style.visibility</p:attrName>
                                        </p:attrNameLst>
                                      </p:cBhvr>
                                      <p:to>
                                        <p:strVal val="visible"/>
                                      </p:to>
                                    </p:set>
                                    <p:animEffect transition="in" filter="fade">
                                      <p:cBhvr additive="repl">
                                        <p:cTn id="52" dur="1000"/>
                                        <p:tgtEl>
                                          <p:spTgt spid="9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fill="hold" nodeType="click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fade">
                                      <p:cBhvr additive="repl">
                                        <p:cTn id="57" dur="1000"/>
                                        <p:tgtEl>
                                          <p:spTgt spid="10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fill="hold" nodeType="clickEffect">
                                  <p:stCondLst>
                                    <p:cond delay="0"/>
                                  </p:stCondLst>
                                  <p:childTnLst>
                                    <p:set>
                                      <p:cBhvr>
                                        <p:cTn id="61" dur="1" fill="hold">
                                          <p:stCondLst>
                                            <p:cond delay="0"/>
                                          </p:stCondLst>
                                        </p:cTn>
                                        <p:tgtEl>
                                          <p:spTgt spid="112"/>
                                        </p:tgtEl>
                                        <p:attrNameLst>
                                          <p:attrName>style.visibility</p:attrName>
                                        </p:attrNameLst>
                                      </p:cBhvr>
                                      <p:to>
                                        <p:strVal val="visible"/>
                                      </p:to>
                                    </p:set>
                                    <p:animEffect transition="in" filter="fade">
                                      <p:cBhvr additive="repl">
                                        <p:cTn id="62" dur="1000"/>
                                        <p:tgtEl>
                                          <p:spTgt spid="112"/>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fill="hold" nodeType="clickEffect">
                                  <p:stCondLst>
                                    <p:cond delay="0"/>
                                  </p:stCondLst>
                                  <p:childTnLst>
                                    <p:set>
                                      <p:cBhvr>
                                        <p:cTn id="66" dur="1" fill="hold">
                                          <p:stCondLst>
                                            <p:cond delay="0"/>
                                          </p:stCondLst>
                                        </p:cTn>
                                        <p:tgtEl>
                                          <p:spTgt spid="119"/>
                                        </p:tgtEl>
                                        <p:attrNameLst>
                                          <p:attrName>style.visibility</p:attrName>
                                        </p:attrNameLst>
                                      </p:cBhvr>
                                      <p:to>
                                        <p:strVal val="visible"/>
                                      </p:to>
                                    </p:set>
                                    <p:animEffect transition="in" filter="fade">
                                      <p:cBhvr additive="repl">
                                        <p:cTn id="67" dur="1000"/>
                                        <p:tgtEl>
                                          <p:spTgt spid="119"/>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fill="hold" nodeType="clickEffect">
                                  <p:stCondLst>
                                    <p:cond delay="0"/>
                                  </p:stCondLst>
                                  <p:childTnLst>
                                    <p:set>
                                      <p:cBhvr>
                                        <p:cTn id="71" dur="1" fill="hold">
                                          <p:stCondLst>
                                            <p:cond delay="0"/>
                                          </p:stCondLst>
                                        </p:cTn>
                                        <p:tgtEl>
                                          <p:spTgt spid="126"/>
                                        </p:tgtEl>
                                        <p:attrNameLst>
                                          <p:attrName>style.visibility</p:attrName>
                                        </p:attrNameLst>
                                      </p:cBhvr>
                                      <p:to>
                                        <p:strVal val="visible"/>
                                      </p:to>
                                    </p:set>
                                    <p:animEffect transition="in" filter="fade">
                                      <p:cBhvr additive="repl">
                                        <p:cTn id="72" dur="1000"/>
                                        <p:tgtEl>
                                          <p:spTgt spid="12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fill="hold" nodeType="clickEffect">
                                  <p:stCondLst>
                                    <p:cond delay="0"/>
                                  </p:stCondLst>
                                  <p:childTnLst>
                                    <p:set>
                                      <p:cBhvr>
                                        <p:cTn id="76" dur="1" fill="hold">
                                          <p:stCondLst>
                                            <p:cond delay="0"/>
                                          </p:stCondLst>
                                        </p:cTn>
                                        <p:tgtEl>
                                          <p:spTgt spid="127"/>
                                        </p:tgtEl>
                                        <p:attrNameLst>
                                          <p:attrName>style.visibility</p:attrName>
                                        </p:attrNameLst>
                                      </p:cBhvr>
                                      <p:to>
                                        <p:strVal val="visible"/>
                                      </p:to>
                                    </p:set>
                                    <p:animEffect transition="in" filter="fade">
                                      <p:cBhvr additive="repl">
                                        <p:cTn id="77" dur="1000"/>
                                        <p:tgtEl>
                                          <p:spTgt spid="12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fill="hold" nodeType="clickEffect">
                                  <p:stCondLst>
                                    <p:cond delay="0"/>
                                  </p:stCondLst>
                                  <p:childTnLst>
                                    <p:set>
                                      <p:cBhvr>
                                        <p:cTn id="81" dur="1" fill="hold">
                                          <p:stCondLst>
                                            <p:cond delay="0"/>
                                          </p:stCondLst>
                                        </p:cTn>
                                        <p:tgtEl>
                                          <p:spTgt spid="76"/>
                                        </p:tgtEl>
                                        <p:attrNameLst>
                                          <p:attrName>style.visibility</p:attrName>
                                        </p:attrNameLst>
                                      </p:cBhvr>
                                      <p:to>
                                        <p:strVal val="visible"/>
                                      </p:to>
                                    </p:set>
                                    <p:animEffect transition="in" filter="fade">
                                      <p:cBhvr additive="repl">
                                        <p:cTn id="82" dur="1000"/>
                                        <p:tgtEl>
                                          <p:spTgt spid="76"/>
                                        </p:tgtEl>
                                      </p:cBhvr>
                                    </p:animEffect>
                                  </p:childTnLst>
                                </p:cTn>
                              </p:par>
                              <p:par>
                                <p:cTn id="83" presetID="10" presetClass="entr" fill="hold" nodeType="withEffect">
                                  <p:stCondLst>
                                    <p:cond delay="0"/>
                                  </p:stCondLst>
                                  <p:childTnLst>
                                    <p:set>
                                      <p:cBhvr>
                                        <p:cTn id="84" dur="1" fill="hold">
                                          <p:stCondLst>
                                            <p:cond delay="0"/>
                                          </p:stCondLst>
                                        </p:cTn>
                                        <p:tgtEl>
                                          <p:spTgt spid="93"/>
                                        </p:tgtEl>
                                        <p:attrNameLst>
                                          <p:attrName>style.visibility</p:attrName>
                                        </p:attrNameLst>
                                      </p:cBhvr>
                                      <p:to>
                                        <p:strVal val="visible"/>
                                      </p:to>
                                    </p:set>
                                    <p:animEffect transition="in" filter="fade">
                                      <p:cBhvr additive="repl">
                                        <p:cTn id="85" dur="1000"/>
                                        <p:tgtEl>
                                          <p:spTgt spid="93"/>
                                        </p:tgtEl>
                                      </p:cBhvr>
                                    </p:animEffect>
                                  </p:childTnLst>
                                </p:cTn>
                              </p:par>
                              <p:par>
                                <p:cTn id="86" presetID="10" presetClass="entr" fill="hold" nodeType="withEffect">
                                  <p:stCondLst>
                                    <p:cond delay="0"/>
                                  </p:stCondLst>
                                  <p:childTnLst>
                                    <p:set>
                                      <p:cBhvr>
                                        <p:cTn id="87" dur="1" fill="hold">
                                          <p:stCondLst>
                                            <p:cond delay="0"/>
                                          </p:stCondLst>
                                        </p:cTn>
                                        <p:tgtEl>
                                          <p:spTgt spid="99"/>
                                        </p:tgtEl>
                                        <p:attrNameLst>
                                          <p:attrName>style.visibility</p:attrName>
                                        </p:attrNameLst>
                                      </p:cBhvr>
                                      <p:to>
                                        <p:strVal val="visible"/>
                                      </p:to>
                                    </p:set>
                                    <p:animEffect transition="in" filter="fade">
                                      <p:cBhvr additive="repl">
                                        <p:cTn id="88" dur="1000"/>
                                        <p:tgtEl>
                                          <p:spTgt spid="99"/>
                                        </p:tgtEl>
                                      </p:cBhvr>
                                    </p:animEffect>
                                  </p:childTnLst>
                                </p:cTn>
                              </p:par>
                              <p:par>
                                <p:cTn id="89" presetID="10" presetClass="entr" fill="hold" nodeType="withEffect">
                                  <p:stCondLst>
                                    <p:cond delay="0"/>
                                  </p:stCondLst>
                                  <p:childTnLst>
                                    <p:set>
                                      <p:cBhvr>
                                        <p:cTn id="90" dur="1" fill="hold">
                                          <p:stCondLst>
                                            <p:cond delay="0"/>
                                          </p:stCondLst>
                                        </p:cTn>
                                        <p:tgtEl>
                                          <p:spTgt spid="106"/>
                                        </p:tgtEl>
                                        <p:attrNameLst>
                                          <p:attrName>style.visibility</p:attrName>
                                        </p:attrNameLst>
                                      </p:cBhvr>
                                      <p:to>
                                        <p:strVal val="visible"/>
                                      </p:to>
                                    </p:set>
                                    <p:animEffect transition="in" filter="fade">
                                      <p:cBhvr additive="repl">
                                        <p:cTn id="91" dur="1000"/>
                                        <p:tgtEl>
                                          <p:spTgt spid="106"/>
                                        </p:tgtEl>
                                      </p:cBhvr>
                                    </p:animEffect>
                                  </p:childTnLst>
                                </p:cTn>
                              </p:par>
                              <p:par>
                                <p:cTn id="92" presetID="10" presetClass="entr" fill="hold" nodeType="withEffect">
                                  <p:stCondLst>
                                    <p:cond delay="0"/>
                                  </p:stCondLst>
                                  <p:childTnLst>
                                    <p:set>
                                      <p:cBhvr>
                                        <p:cTn id="93" dur="1" fill="hold">
                                          <p:stCondLst>
                                            <p:cond delay="0"/>
                                          </p:stCondLst>
                                        </p:cTn>
                                        <p:tgtEl>
                                          <p:spTgt spid="114"/>
                                        </p:tgtEl>
                                        <p:attrNameLst>
                                          <p:attrName>style.visibility</p:attrName>
                                        </p:attrNameLst>
                                      </p:cBhvr>
                                      <p:to>
                                        <p:strVal val="visible"/>
                                      </p:to>
                                    </p:set>
                                    <p:animEffect transition="in" filter="fade">
                                      <p:cBhvr additive="repl">
                                        <p:cTn id="94" dur="1000"/>
                                        <p:tgtEl>
                                          <p:spTgt spid="114"/>
                                        </p:tgtEl>
                                      </p:cBhvr>
                                    </p:animEffect>
                                  </p:childTnLst>
                                </p:cTn>
                              </p:par>
                              <p:par>
                                <p:cTn id="95" presetID="10" presetClass="entr" fill="hold" nodeType="withEffect">
                                  <p:stCondLst>
                                    <p:cond delay="0"/>
                                  </p:stCondLst>
                                  <p:childTnLst>
                                    <p:set>
                                      <p:cBhvr>
                                        <p:cTn id="96" dur="1" fill="hold">
                                          <p:stCondLst>
                                            <p:cond delay="0"/>
                                          </p:stCondLst>
                                        </p:cTn>
                                        <p:tgtEl>
                                          <p:spTgt spid="125"/>
                                        </p:tgtEl>
                                        <p:attrNameLst>
                                          <p:attrName>style.visibility</p:attrName>
                                        </p:attrNameLst>
                                      </p:cBhvr>
                                      <p:to>
                                        <p:strVal val="visible"/>
                                      </p:to>
                                    </p:set>
                                    <p:animEffect transition="in" filter="fade">
                                      <p:cBhvr additive="repl">
                                        <p:cTn id="97" dur="1000"/>
                                        <p:tgtEl>
                                          <p:spTgt spid="125"/>
                                        </p:tgtEl>
                                      </p:cBhvr>
                                    </p:animEffect>
                                  </p:childTnLst>
                                </p:cTn>
                              </p:par>
                              <p:par>
                                <p:cTn id="98" presetID="10" presetClass="entr" fill="hold" nodeType="withEffect">
                                  <p:stCondLst>
                                    <p:cond delay="0"/>
                                  </p:stCondLst>
                                  <p:childTnLst>
                                    <p:set>
                                      <p:cBhvr>
                                        <p:cTn id="99" dur="1" fill="hold">
                                          <p:stCondLst>
                                            <p:cond delay="0"/>
                                          </p:stCondLst>
                                        </p:cTn>
                                        <p:tgtEl>
                                          <p:spTgt spid="128"/>
                                        </p:tgtEl>
                                        <p:attrNameLst>
                                          <p:attrName>style.visibility</p:attrName>
                                        </p:attrNameLst>
                                      </p:cBhvr>
                                      <p:to>
                                        <p:strVal val="visible"/>
                                      </p:to>
                                    </p:set>
                                    <p:animEffect transition="in" filter="fade">
                                      <p:cBhvr additive="repl">
                                        <p:cTn id="100" dur="1000"/>
                                        <p:tgtEl>
                                          <p:spTgt spid="128"/>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fill="hold" nodeType="clickEffect">
                                  <p:stCondLst>
                                    <p:cond delay="0"/>
                                  </p:stCondLst>
                                  <p:childTnLst>
                                    <p:set>
                                      <p:cBhvr>
                                        <p:cTn id="104" dur="1" fill="hold">
                                          <p:stCondLst>
                                            <p:cond delay="0"/>
                                          </p:stCondLst>
                                        </p:cTn>
                                        <p:tgtEl>
                                          <p:spTgt spid="74"/>
                                        </p:tgtEl>
                                        <p:attrNameLst>
                                          <p:attrName>style.visibility</p:attrName>
                                        </p:attrNameLst>
                                      </p:cBhvr>
                                      <p:to>
                                        <p:strVal val="visible"/>
                                      </p:to>
                                    </p:set>
                                    <p:animEffect transition="in" filter="fade">
                                      <p:cBhvr additive="repl">
                                        <p:cTn id="105" dur="1000"/>
                                        <p:tgtEl>
                                          <p:spTgt spid="74"/>
                                        </p:tgtEl>
                                      </p:cBhvr>
                                    </p:animEffect>
                                  </p:childTnLst>
                                </p:cTn>
                              </p:par>
                              <p:par>
                                <p:cTn id="106" presetID="10" presetClass="entr" fill="hold" nodeType="withEffect">
                                  <p:stCondLst>
                                    <p:cond delay="0"/>
                                  </p:stCondLst>
                                  <p:childTnLst>
                                    <p:set>
                                      <p:cBhvr>
                                        <p:cTn id="107" dur="1" fill="hold">
                                          <p:stCondLst>
                                            <p:cond delay="0"/>
                                          </p:stCondLst>
                                        </p:cTn>
                                        <p:tgtEl>
                                          <p:spTgt spid="75"/>
                                        </p:tgtEl>
                                        <p:attrNameLst>
                                          <p:attrName>style.visibility</p:attrName>
                                        </p:attrNameLst>
                                      </p:cBhvr>
                                      <p:to>
                                        <p:strVal val="visible"/>
                                      </p:to>
                                    </p:set>
                                    <p:animEffect transition="in" filter="fade">
                                      <p:cBhvr additive="repl">
                                        <p:cTn id="108" dur="1000"/>
                                        <p:tgtEl>
                                          <p:spTgt spid="75"/>
                                        </p:tgtEl>
                                      </p:cBhvr>
                                    </p:animEffect>
                                  </p:childTnLst>
                                </p:cTn>
                              </p:par>
                              <p:par>
                                <p:cTn id="109" presetID="10" presetClass="entr" fill="hold" nodeType="withEffect">
                                  <p:stCondLst>
                                    <p:cond delay="0"/>
                                  </p:stCondLst>
                                  <p:childTnLst>
                                    <p:set>
                                      <p:cBhvr>
                                        <p:cTn id="110" dur="1" fill="hold">
                                          <p:stCondLst>
                                            <p:cond delay="0"/>
                                          </p:stCondLst>
                                        </p:cTn>
                                        <p:tgtEl>
                                          <p:spTgt spid="84"/>
                                        </p:tgtEl>
                                        <p:attrNameLst>
                                          <p:attrName>style.visibility</p:attrName>
                                        </p:attrNameLst>
                                      </p:cBhvr>
                                      <p:to>
                                        <p:strVal val="visible"/>
                                      </p:to>
                                    </p:set>
                                    <p:animEffect transition="in" filter="fade">
                                      <p:cBhvr additive="repl">
                                        <p:cTn id="111" dur="1000"/>
                                        <p:tgtEl>
                                          <p:spTgt spid="84"/>
                                        </p:tgtEl>
                                      </p:cBhvr>
                                    </p:animEffect>
                                  </p:childTnLst>
                                </p:cTn>
                              </p:par>
                              <p:par>
                                <p:cTn id="112" presetID="10" presetClass="entr" fill="hold" nodeType="withEffect">
                                  <p:stCondLst>
                                    <p:cond delay="0"/>
                                  </p:stCondLst>
                                  <p:childTnLst>
                                    <p:set>
                                      <p:cBhvr>
                                        <p:cTn id="113" dur="1" fill="hold">
                                          <p:stCondLst>
                                            <p:cond delay="0"/>
                                          </p:stCondLst>
                                        </p:cTn>
                                        <p:tgtEl>
                                          <p:spTgt spid="88"/>
                                        </p:tgtEl>
                                        <p:attrNameLst>
                                          <p:attrName>style.visibility</p:attrName>
                                        </p:attrNameLst>
                                      </p:cBhvr>
                                      <p:to>
                                        <p:strVal val="visible"/>
                                      </p:to>
                                    </p:set>
                                    <p:animEffect transition="in" filter="fade">
                                      <p:cBhvr additive="repl">
                                        <p:cTn id="114" dur="1000"/>
                                        <p:tgtEl>
                                          <p:spTgt spid="88"/>
                                        </p:tgtEl>
                                      </p:cBhvr>
                                    </p:animEffect>
                                  </p:childTnLst>
                                </p:cTn>
                              </p:par>
                              <p:par>
                                <p:cTn id="115" presetID="10" presetClass="entr" fill="hold" nodeType="withEffect">
                                  <p:stCondLst>
                                    <p:cond delay="0"/>
                                  </p:stCondLst>
                                  <p:childTnLst>
                                    <p:set>
                                      <p:cBhvr>
                                        <p:cTn id="116" dur="1" fill="hold">
                                          <p:stCondLst>
                                            <p:cond delay="0"/>
                                          </p:stCondLst>
                                        </p:cTn>
                                        <p:tgtEl>
                                          <p:spTgt spid="91"/>
                                        </p:tgtEl>
                                        <p:attrNameLst>
                                          <p:attrName>style.visibility</p:attrName>
                                        </p:attrNameLst>
                                      </p:cBhvr>
                                      <p:to>
                                        <p:strVal val="visible"/>
                                      </p:to>
                                    </p:set>
                                    <p:animEffect transition="in" filter="fade">
                                      <p:cBhvr additive="repl">
                                        <p:cTn id="117" dur="1000"/>
                                        <p:tgtEl>
                                          <p:spTgt spid="91"/>
                                        </p:tgtEl>
                                      </p:cBhvr>
                                    </p:animEffect>
                                  </p:childTnLst>
                                </p:cTn>
                              </p:par>
                              <p:par>
                                <p:cTn id="118" presetID="10" presetClass="entr" fill="hold" nodeType="withEffect">
                                  <p:stCondLst>
                                    <p:cond delay="0"/>
                                  </p:stCondLst>
                                  <p:childTnLst>
                                    <p:set>
                                      <p:cBhvr>
                                        <p:cTn id="119" dur="1" fill="hold">
                                          <p:stCondLst>
                                            <p:cond delay="0"/>
                                          </p:stCondLst>
                                        </p:cTn>
                                        <p:tgtEl>
                                          <p:spTgt spid="92"/>
                                        </p:tgtEl>
                                        <p:attrNameLst>
                                          <p:attrName>style.visibility</p:attrName>
                                        </p:attrNameLst>
                                      </p:cBhvr>
                                      <p:to>
                                        <p:strVal val="visible"/>
                                      </p:to>
                                    </p:set>
                                    <p:animEffect transition="in" filter="fade">
                                      <p:cBhvr additive="repl">
                                        <p:cTn id="120" dur="1000"/>
                                        <p:tgtEl>
                                          <p:spTgt spid="92"/>
                                        </p:tgtEl>
                                      </p:cBhvr>
                                    </p:animEffect>
                                  </p:childTnLst>
                                </p:cTn>
                              </p:par>
                              <p:par>
                                <p:cTn id="121" presetID="10" presetClass="entr" fill="hold" nodeType="withEffect">
                                  <p:stCondLst>
                                    <p:cond delay="0"/>
                                  </p:stCondLst>
                                  <p:childTnLst>
                                    <p:set>
                                      <p:cBhvr>
                                        <p:cTn id="122" dur="1" fill="hold">
                                          <p:stCondLst>
                                            <p:cond delay="0"/>
                                          </p:stCondLst>
                                        </p:cTn>
                                        <p:tgtEl>
                                          <p:spTgt spid="94"/>
                                        </p:tgtEl>
                                        <p:attrNameLst>
                                          <p:attrName>style.visibility</p:attrName>
                                        </p:attrNameLst>
                                      </p:cBhvr>
                                      <p:to>
                                        <p:strVal val="visible"/>
                                      </p:to>
                                    </p:set>
                                    <p:animEffect transition="in" filter="fade">
                                      <p:cBhvr additive="repl">
                                        <p:cTn id="123" dur="1000"/>
                                        <p:tgtEl>
                                          <p:spTgt spid="94"/>
                                        </p:tgtEl>
                                      </p:cBhvr>
                                    </p:animEffect>
                                  </p:childTnLst>
                                </p:cTn>
                              </p:par>
                              <p:par>
                                <p:cTn id="124" presetID="10" presetClass="entr" fill="hold" nodeType="withEffect">
                                  <p:stCondLst>
                                    <p:cond delay="0"/>
                                  </p:stCondLst>
                                  <p:childTnLst>
                                    <p:set>
                                      <p:cBhvr>
                                        <p:cTn id="125" dur="1" fill="hold">
                                          <p:stCondLst>
                                            <p:cond delay="0"/>
                                          </p:stCondLst>
                                        </p:cTn>
                                        <p:tgtEl>
                                          <p:spTgt spid="95"/>
                                        </p:tgtEl>
                                        <p:attrNameLst>
                                          <p:attrName>style.visibility</p:attrName>
                                        </p:attrNameLst>
                                      </p:cBhvr>
                                      <p:to>
                                        <p:strVal val="visible"/>
                                      </p:to>
                                    </p:set>
                                    <p:animEffect transition="in" filter="fade">
                                      <p:cBhvr additive="repl">
                                        <p:cTn id="126" dur="1000"/>
                                        <p:tgtEl>
                                          <p:spTgt spid="95"/>
                                        </p:tgtEl>
                                      </p:cBhvr>
                                    </p:animEffect>
                                  </p:childTnLst>
                                </p:cTn>
                              </p:par>
                              <p:par>
                                <p:cTn id="127" presetID="10" presetClass="entr" fill="hold" nodeType="withEffect">
                                  <p:stCondLst>
                                    <p:cond delay="0"/>
                                  </p:stCondLst>
                                  <p:childTnLst>
                                    <p:set>
                                      <p:cBhvr>
                                        <p:cTn id="128" dur="1" fill="hold">
                                          <p:stCondLst>
                                            <p:cond delay="0"/>
                                          </p:stCondLst>
                                        </p:cTn>
                                        <p:tgtEl>
                                          <p:spTgt spid="96"/>
                                        </p:tgtEl>
                                        <p:attrNameLst>
                                          <p:attrName>style.visibility</p:attrName>
                                        </p:attrNameLst>
                                      </p:cBhvr>
                                      <p:to>
                                        <p:strVal val="visible"/>
                                      </p:to>
                                    </p:set>
                                    <p:animEffect transition="in" filter="fade">
                                      <p:cBhvr additive="repl">
                                        <p:cTn id="129" dur="1000"/>
                                        <p:tgtEl>
                                          <p:spTgt spid="96"/>
                                        </p:tgtEl>
                                      </p:cBhvr>
                                    </p:animEffect>
                                  </p:childTnLst>
                                </p:cTn>
                              </p:par>
                              <p:par>
                                <p:cTn id="130" presetID="10" presetClass="entr" fill="hold" nodeType="withEffect">
                                  <p:stCondLst>
                                    <p:cond delay="0"/>
                                  </p:stCondLst>
                                  <p:childTnLst>
                                    <p:set>
                                      <p:cBhvr>
                                        <p:cTn id="131" dur="1" fill="hold">
                                          <p:stCondLst>
                                            <p:cond delay="0"/>
                                          </p:stCondLst>
                                        </p:cTn>
                                        <p:tgtEl>
                                          <p:spTgt spid="97"/>
                                        </p:tgtEl>
                                        <p:attrNameLst>
                                          <p:attrName>style.visibility</p:attrName>
                                        </p:attrNameLst>
                                      </p:cBhvr>
                                      <p:to>
                                        <p:strVal val="visible"/>
                                      </p:to>
                                    </p:set>
                                    <p:animEffect transition="in" filter="fade">
                                      <p:cBhvr additive="repl">
                                        <p:cTn id="132" dur="1000"/>
                                        <p:tgtEl>
                                          <p:spTgt spid="97"/>
                                        </p:tgtEl>
                                      </p:cBhvr>
                                    </p:animEffect>
                                  </p:childTnLst>
                                </p:cTn>
                              </p:par>
                              <p:par>
                                <p:cTn id="133" presetID="10" presetClass="entr" fill="hold" nodeType="withEffect">
                                  <p:stCondLst>
                                    <p:cond delay="0"/>
                                  </p:stCondLst>
                                  <p:childTnLst>
                                    <p:set>
                                      <p:cBhvr>
                                        <p:cTn id="134" dur="1" fill="hold">
                                          <p:stCondLst>
                                            <p:cond delay="0"/>
                                          </p:stCondLst>
                                        </p:cTn>
                                        <p:tgtEl>
                                          <p:spTgt spid="100"/>
                                        </p:tgtEl>
                                        <p:attrNameLst>
                                          <p:attrName>style.visibility</p:attrName>
                                        </p:attrNameLst>
                                      </p:cBhvr>
                                      <p:to>
                                        <p:strVal val="visible"/>
                                      </p:to>
                                    </p:set>
                                    <p:animEffect transition="in" filter="fade">
                                      <p:cBhvr additive="repl">
                                        <p:cTn id="135" dur="1000"/>
                                        <p:tgtEl>
                                          <p:spTgt spid="100"/>
                                        </p:tgtEl>
                                      </p:cBhvr>
                                    </p:animEffect>
                                  </p:childTnLst>
                                </p:cTn>
                              </p:par>
                              <p:par>
                                <p:cTn id="136" presetID="10" presetClass="entr" fill="hold" nodeType="withEffect">
                                  <p:stCondLst>
                                    <p:cond delay="0"/>
                                  </p:stCondLst>
                                  <p:childTnLst>
                                    <p:set>
                                      <p:cBhvr>
                                        <p:cTn id="137" dur="1" fill="hold">
                                          <p:stCondLst>
                                            <p:cond delay="0"/>
                                          </p:stCondLst>
                                        </p:cTn>
                                        <p:tgtEl>
                                          <p:spTgt spid="101"/>
                                        </p:tgtEl>
                                        <p:attrNameLst>
                                          <p:attrName>style.visibility</p:attrName>
                                        </p:attrNameLst>
                                      </p:cBhvr>
                                      <p:to>
                                        <p:strVal val="visible"/>
                                      </p:to>
                                    </p:set>
                                    <p:animEffect transition="in" filter="fade">
                                      <p:cBhvr additive="repl">
                                        <p:cTn id="138" dur="1000"/>
                                        <p:tgtEl>
                                          <p:spTgt spid="101"/>
                                        </p:tgtEl>
                                      </p:cBhvr>
                                    </p:animEffect>
                                  </p:childTnLst>
                                </p:cTn>
                              </p:par>
                              <p:par>
                                <p:cTn id="139" presetID="10" presetClass="entr" fill="hold" nodeType="withEffect">
                                  <p:stCondLst>
                                    <p:cond delay="0"/>
                                  </p:stCondLst>
                                  <p:childTnLst>
                                    <p:set>
                                      <p:cBhvr>
                                        <p:cTn id="140" dur="1" fill="hold">
                                          <p:stCondLst>
                                            <p:cond delay="0"/>
                                          </p:stCondLst>
                                        </p:cTn>
                                        <p:tgtEl>
                                          <p:spTgt spid="102"/>
                                        </p:tgtEl>
                                        <p:attrNameLst>
                                          <p:attrName>style.visibility</p:attrName>
                                        </p:attrNameLst>
                                      </p:cBhvr>
                                      <p:to>
                                        <p:strVal val="visible"/>
                                      </p:to>
                                    </p:set>
                                    <p:animEffect transition="in" filter="fade">
                                      <p:cBhvr additive="repl">
                                        <p:cTn id="141" dur="1000"/>
                                        <p:tgtEl>
                                          <p:spTgt spid="102"/>
                                        </p:tgtEl>
                                      </p:cBhvr>
                                    </p:animEffect>
                                  </p:childTnLst>
                                </p:cTn>
                              </p:par>
                              <p:par>
                                <p:cTn id="142" presetID="10" presetClass="entr" fill="hold" nodeType="withEffect">
                                  <p:stCondLst>
                                    <p:cond delay="0"/>
                                  </p:stCondLst>
                                  <p:childTnLst>
                                    <p:set>
                                      <p:cBhvr>
                                        <p:cTn id="143" dur="1" fill="hold">
                                          <p:stCondLst>
                                            <p:cond delay="0"/>
                                          </p:stCondLst>
                                        </p:cTn>
                                        <p:tgtEl>
                                          <p:spTgt spid="103"/>
                                        </p:tgtEl>
                                        <p:attrNameLst>
                                          <p:attrName>style.visibility</p:attrName>
                                        </p:attrNameLst>
                                      </p:cBhvr>
                                      <p:to>
                                        <p:strVal val="visible"/>
                                      </p:to>
                                    </p:set>
                                    <p:animEffect transition="in" filter="fade">
                                      <p:cBhvr additive="repl">
                                        <p:cTn id="144" dur="1000"/>
                                        <p:tgtEl>
                                          <p:spTgt spid="103"/>
                                        </p:tgtEl>
                                      </p:cBhvr>
                                    </p:animEffect>
                                  </p:childTnLst>
                                </p:cTn>
                              </p:par>
                              <p:par>
                                <p:cTn id="145" presetID="10" presetClass="entr" fill="hold" nodeType="withEffect">
                                  <p:stCondLst>
                                    <p:cond delay="0"/>
                                  </p:stCondLst>
                                  <p:childTnLst>
                                    <p:set>
                                      <p:cBhvr>
                                        <p:cTn id="146" dur="1" fill="hold">
                                          <p:stCondLst>
                                            <p:cond delay="0"/>
                                          </p:stCondLst>
                                        </p:cTn>
                                        <p:tgtEl>
                                          <p:spTgt spid="104"/>
                                        </p:tgtEl>
                                        <p:attrNameLst>
                                          <p:attrName>style.visibility</p:attrName>
                                        </p:attrNameLst>
                                      </p:cBhvr>
                                      <p:to>
                                        <p:strVal val="visible"/>
                                      </p:to>
                                    </p:set>
                                    <p:animEffect transition="in" filter="fade">
                                      <p:cBhvr additive="repl">
                                        <p:cTn id="147" dur="1000"/>
                                        <p:tgtEl>
                                          <p:spTgt spid="104"/>
                                        </p:tgtEl>
                                      </p:cBhvr>
                                    </p:animEffect>
                                  </p:childTnLst>
                                </p:cTn>
                              </p:par>
                              <p:par>
                                <p:cTn id="148" presetID="10" presetClass="entr" fill="hold" nodeType="withEffect">
                                  <p:stCondLst>
                                    <p:cond delay="0"/>
                                  </p:stCondLst>
                                  <p:childTnLst>
                                    <p:set>
                                      <p:cBhvr>
                                        <p:cTn id="149" dur="1" fill="hold">
                                          <p:stCondLst>
                                            <p:cond delay="0"/>
                                          </p:stCondLst>
                                        </p:cTn>
                                        <p:tgtEl>
                                          <p:spTgt spid="107"/>
                                        </p:tgtEl>
                                        <p:attrNameLst>
                                          <p:attrName>style.visibility</p:attrName>
                                        </p:attrNameLst>
                                      </p:cBhvr>
                                      <p:to>
                                        <p:strVal val="visible"/>
                                      </p:to>
                                    </p:set>
                                    <p:animEffect transition="in" filter="fade">
                                      <p:cBhvr additive="repl">
                                        <p:cTn id="150" dur="1000"/>
                                        <p:tgtEl>
                                          <p:spTgt spid="107"/>
                                        </p:tgtEl>
                                      </p:cBhvr>
                                    </p:animEffect>
                                  </p:childTnLst>
                                </p:cTn>
                              </p:par>
                              <p:par>
                                <p:cTn id="151" presetID="10" presetClass="entr" fill="hold" nodeType="withEffect">
                                  <p:stCondLst>
                                    <p:cond delay="0"/>
                                  </p:stCondLst>
                                  <p:childTnLst>
                                    <p:set>
                                      <p:cBhvr>
                                        <p:cTn id="152" dur="1" fill="hold">
                                          <p:stCondLst>
                                            <p:cond delay="0"/>
                                          </p:stCondLst>
                                        </p:cTn>
                                        <p:tgtEl>
                                          <p:spTgt spid="108"/>
                                        </p:tgtEl>
                                        <p:attrNameLst>
                                          <p:attrName>style.visibility</p:attrName>
                                        </p:attrNameLst>
                                      </p:cBhvr>
                                      <p:to>
                                        <p:strVal val="visible"/>
                                      </p:to>
                                    </p:set>
                                    <p:animEffect transition="in" filter="fade">
                                      <p:cBhvr additive="repl">
                                        <p:cTn id="153" dur="1000"/>
                                        <p:tgtEl>
                                          <p:spTgt spid="108"/>
                                        </p:tgtEl>
                                      </p:cBhvr>
                                    </p:animEffect>
                                  </p:childTnLst>
                                </p:cTn>
                              </p:par>
                              <p:par>
                                <p:cTn id="154" presetID="10" presetClass="entr" fill="hold" nodeType="withEffect">
                                  <p:stCondLst>
                                    <p:cond delay="0"/>
                                  </p:stCondLst>
                                  <p:childTnLst>
                                    <p:set>
                                      <p:cBhvr>
                                        <p:cTn id="155" dur="1" fill="hold">
                                          <p:stCondLst>
                                            <p:cond delay="0"/>
                                          </p:stCondLst>
                                        </p:cTn>
                                        <p:tgtEl>
                                          <p:spTgt spid="109"/>
                                        </p:tgtEl>
                                        <p:attrNameLst>
                                          <p:attrName>style.visibility</p:attrName>
                                        </p:attrNameLst>
                                      </p:cBhvr>
                                      <p:to>
                                        <p:strVal val="visible"/>
                                      </p:to>
                                    </p:set>
                                    <p:animEffect transition="in" filter="fade">
                                      <p:cBhvr additive="repl">
                                        <p:cTn id="156" dur="1000"/>
                                        <p:tgtEl>
                                          <p:spTgt spid="109"/>
                                        </p:tgtEl>
                                      </p:cBhvr>
                                    </p:animEffect>
                                  </p:childTnLst>
                                </p:cTn>
                              </p:par>
                              <p:par>
                                <p:cTn id="157" presetID="10" presetClass="entr" fill="hold" nodeType="withEffect">
                                  <p:stCondLst>
                                    <p:cond delay="0"/>
                                  </p:stCondLst>
                                  <p:childTnLst>
                                    <p:set>
                                      <p:cBhvr>
                                        <p:cTn id="158" dur="1" fill="hold">
                                          <p:stCondLst>
                                            <p:cond delay="0"/>
                                          </p:stCondLst>
                                        </p:cTn>
                                        <p:tgtEl>
                                          <p:spTgt spid="110"/>
                                        </p:tgtEl>
                                        <p:attrNameLst>
                                          <p:attrName>style.visibility</p:attrName>
                                        </p:attrNameLst>
                                      </p:cBhvr>
                                      <p:to>
                                        <p:strVal val="visible"/>
                                      </p:to>
                                    </p:set>
                                    <p:animEffect transition="in" filter="fade">
                                      <p:cBhvr additive="repl">
                                        <p:cTn id="159" dur="1000"/>
                                        <p:tgtEl>
                                          <p:spTgt spid="110"/>
                                        </p:tgtEl>
                                      </p:cBhvr>
                                    </p:animEffect>
                                  </p:childTnLst>
                                </p:cTn>
                              </p:par>
                              <p:par>
                                <p:cTn id="160" presetID="10" presetClass="entr" fill="hold" nodeType="withEffect">
                                  <p:stCondLst>
                                    <p:cond delay="0"/>
                                  </p:stCondLst>
                                  <p:childTnLst>
                                    <p:set>
                                      <p:cBhvr>
                                        <p:cTn id="161" dur="1" fill="hold">
                                          <p:stCondLst>
                                            <p:cond delay="0"/>
                                          </p:stCondLst>
                                        </p:cTn>
                                        <p:tgtEl>
                                          <p:spTgt spid="111"/>
                                        </p:tgtEl>
                                        <p:attrNameLst>
                                          <p:attrName>style.visibility</p:attrName>
                                        </p:attrNameLst>
                                      </p:cBhvr>
                                      <p:to>
                                        <p:strVal val="visible"/>
                                      </p:to>
                                    </p:set>
                                    <p:animEffect transition="in" filter="fade">
                                      <p:cBhvr additive="repl">
                                        <p:cTn id="162" dur="1000"/>
                                        <p:tgtEl>
                                          <p:spTgt spid="111"/>
                                        </p:tgtEl>
                                      </p:cBhvr>
                                    </p:animEffect>
                                  </p:childTnLst>
                                </p:cTn>
                              </p:par>
                              <p:par>
                                <p:cTn id="163" presetID="10" presetClass="entr" fill="hold" nodeType="withEffect">
                                  <p:stCondLst>
                                    <p:cond delay="0"/>
                                  </p:stCondLst>
                                  <p:childTnLst>
                                    <p:set>
                                      <p:cBhvr>
                                        <p:cTn id="164" dur="1" fill="hold">
                                          <p:stCondLst>
                                            <p:cond delay="0"/>
                                          </p:stCondLst>
                                        </p:cTn>
                                        <p:tgtEl>
                                          <p:spTgt spid="113"/>
                                        </p:tgtEl>
                                        <p:attrNameLst>
                                          <p:attrName>style.visibility</p:attrName>
                                        </p:attrNameLst>
                                      </p:cBhvr>
                                      <p:to>
                                        <p:strVal val="visible"/>
                                      </p:to>
                                    </p:set>
                                    <p:animEffect transition="in" filter="fade">
                                      <p:cBhvr additive="repl">
                                        <p:cTn id="165" dur="1000"/>
                                        <p:tgtEl>
                                          <p:spTgt spid="113"/>
                                        </p:tgtEl>
                                      </p:cBhvr>
                                    </p:animEffect>
                                  </p:childTnLst>
                                </p:cTn>
                              </p:par>
                              <p:par>
                                <p:cTn id="166" presetID="10" presetClass="entr" fill="hold" nodeType="withEffect">
                                  <p:stCondLst>
                                    <p:cond delay="0"/>
                                  </p:stCondLst>
                                  <p:childTnLst>
                                    <p:set>
                                      <p:cBhvr>
                                        <p:cTn id="167" dur="1" fill="hold">
                                          <p:stCondLst>
                                            <p:cond delay="0"/>
                                          </p:stCondLst>
                                        </p:cTn>
                                        <p:tgtEl>
                                          <p:spTgt spid="115"/>
                                        </p:tgtEl>
                                        <p:attrNameLst>
                                          <p:attrName>style.visibility</p:attrName>
                                        </p:attrNameLst>
                                      </p:cBhvr>
                                      <p:to>
                                        <p:strVal val="visible"/>
                                      </p:to>
                                    </p:set>
                                    <p:animEffect transition="in" filter="fade">
                                      <p:cBhvr additive="repl">
                                        <p:cTn id="168" dur="1000"/>
                                        <p:tgtEl>
                                          <p:spTgt spid="115"/>
                                        </p:tgtEl>
                                      </p:cBhvr>
                                    </p:animEffect>
                                  </p:childTnLst>
                                </p:cTn>
                              </p:par>
                              <p:par>
                                <p:cTn id="169" presetID="10" presetClass="entr" fill="hold" nodeType="withEffect">
                                  <p:stCondLst>
                                    <p:cond delay="0"/>
                                  </p:stCondLst>
                                  <p:childTnLst>
                                    <p:set>
                                      <p:cBhvr>
                                        <p:cTn id="170" dur="1" fill="hold">
                                          <p:stCondLst>
                                            <p:cond delay="0"/>
                                          </p:stCondLst>
                                        </p:cTn>
                                        <p:tgtEl>
                                          <p:spTgt spid="116"/>
                                        </p:tgtEl>
                                        <p:attrNameLst>
                                          <p:attrName>style.visibility</p:attrName>
                                        </p:attrNameLst>
                                      </p:cBhvr>
                                      <p:to>
                                        <p:strVal val="visible"/>
                                      </p:to>
                                    </p:set>
                                    <p:animEffect transition="in" filter="fade">
                                      <p:cBhvr additive="repl">
                                        <p:cTn id="171" dur="1000"/>
                                        <p:tgtEl>
                                          <p:spTgt spid="116"/>
                                        </p:tgtEl>
                                      </p:cBhvr>
                                    </p:animEffect>
                                  </p:childTnLst>
                                </p:cTn>
                              </p:par>
                              <p:par>
                                <p:cTn id="172" presetID="10" presetClass="entr" fill="hold" nodeType="withEffect">
                                  <p:stCondLst>
                                    <p:cond delay="0"/>
                                  </p:stCondLst>
                                  <p:childTnLst>
                                    <p:set>
                                      <p:cBhvr>
                                        <p:cTn id="173" dur="1" fill="hold">
                                          <p:stCondLst>
                                            <p:cond delay="0"/>
                                          </p:stCondLst>
                                        </p:cTn>
                                        <p:tgtEl>
                                          <p:spTgt spid="117"/>
                                        </p:tgtEl>
                                        <p:attrNameLst>
                                          <p:attrName>style.visibility</p:attrName>
                                        </p:attrNameLst>
                                      </p:cBhvr>
                                      <p:to>
                                        <p:strVal val="visible"/>
                                      </p:to>
                                    </p:set>
                                    <p:animEffect transition="in" filter="fade">
                                      <p:cBhvr additive="repl">
                                        <p:cTn id="174" dur="1000"/>
                                        <p:tgtEl>
                                          <p:spTgt spid="117"/>
                                        </p:tgtEl>
                                      </p:cBhvr>
                                    </p:animEffect>
                                  </p:childTnLst>
                                </p:cTn>
                              </p:par>
                              <p:par>
                                <p:cTn id="175" presetID="10" presetClass="entr" fill="hold" nodeType="withEffect">
                                  <p:stCondLst>
                                    <p:cond delay="0"/>
                                  </p:stCondLst>
                                  <p:childTnLst>
                                    <p:set>
                                      <p:cBhvr>
                                        <p:cTn id="176" dur="1" fill="hold">
                                          <p:stCondLst>
                                            <p:cond delay="0"/>
                                          </p:stCondLst>
                                        </p:cTn>
                                        <p:tgtEl>
                                          <p:spTgt spid="118"/>
                                        </p:tgtEl>
                                        <p:attrNameLst>
                                          <p:attrName>style.visibility</p:attrName>
                                        </p:attrNameLst>
                                      </p:cBhvr>
                                      <p:to>
                                        <p:strVal val="visible"/>
                                      </p:to>
                                    </p:set>
                                    <p:animEffect transition="in" filter="fade">
                                      <p:cBhvr additive="repl">
                                        <p:cTn id="177" dur="1000"/>
                                        <p:tgtEl>
                                          <p:spTgt spid="118"/>
                                        </p:tgtEl>
                                      </p:cBhvr>
                                    </p:animEffect>
                                  </p:childTnLst>
                                </p:cTn>
                              </p:par>
                              <p:par>
                                <p:cTn id="178" presetID="10" presetClass="entr" fill="hold" nodeType="withEffect">
                                  <p:stCondLst>
                                    <p:cond delay="0"/>
                                  </p:stCondLst>
                                  <p:childTnLst>
                                    <p:set>
                                      <p:cBhvr>
                                        <p:cTn id="179" dur="1" fill="hold">
                                          <p:stCondLst>
                                            <p:cond delay="0"/>
                                          </p:stCondLst>
                                        </p:cTn>
                                        <p:tgtEl>
                                          <p:spTgt spid="120"/>
                                        </p:tgtEl>
                                        <p:attrNameLst>
                                          <p:attrName>style.visibility</p:attrName>
                                        </p:attrNameLst>
                                      </p:cBhvr>
                                      <p:to>
                                        <p:strVal val="visible"/>
                                      </p:to>
                                    </p:set>
                                    <p:animEffect transition="in" filter="fade">
                                      <p:cBhvr additive="repl">
                                        <p:cTn id="180" dur="1000"/>
                                        <p:tgtEl>
                                          <p:spTgt spid="120"/>
                                        </p:tgtEl>
                                      </p:cBhvr>
                                    </p:animEffect>
                                  </p:childTnLst>
                                </p:cTn>
                              </p:par>
                              <p:par>
                                <p:cTn id="181" presetID="10" presetClass="entr" fill="hold" nodeType="withEffect">
                                  <p:stCondLst>
                                    <p:cond delay="0"/>
                                  </p:stCondLst>
                                  <p:childTnLst>
                                    <p:set>
                                      <p:cBhvr>
                                        <p:cTn id="182" dur="1" fill="hold">
                                          <p:stCondLst>
                                            <p:cond delay="0"/>
                                          </p:stCondLst>
                                        </p:cTn>
                                        <p:tgtEl>
                                          <p:spTgt spid="121"/>
                                        </p:tgtEl>
                                        <p:attrNameLst>
                                          <p:attrName>style.visibility</p:attrName>
                                        </p:attrNameLst>
                                      </p:cBhvr>
                                      <p:to>
                                        <p:strVal val="visible"/>
                                      </p:to>
                                    </p:set>
                                    <p:animEffect transition="in" filter="fade">
                                      <p:cBhvr additive="repl">
                                        <p:cTn id="183" dur="1000"/>
                                        <p:tgtEl>
                                          <p:spTgt spid="121"/>
                                        </p:tgtEl>
                                      </p:cBhvr>
                                    </p:animEffect>
                                  </p:childTnLst>
                                </p:cTn>
                              </p:par>
                              <p:par>
                                <p:cTn id="184" presetID="10" presetClass="entr" fill="hold" nodeType="withEffect">
                                  <p:stCondLst>
                                    <p:cond delay="0"/>
                                  </p:stCondLst>
                                  <p:childTnLst>
                                    <p:set>
                                      <p:cBhvr>
                                        <p:cTn id="185" dur="1" fill="hold">
                                          <p:stCondLst>
                                            <p:cond delay="0"/>
                                          </p:stCondLst>
                                        </p:cTn>
                                        <p:tgtEl>
                                          <p:spTgt spid="122"/>
                                        </p:tgtEl>
                                        <p:attrNameLst>
                                          <p:attrName>style.visibility</p:attrName>
                                        </p:attrNameLst>
                                      </p:cBhvr>
                                      <p:to>
                                        <p:strVal val="visible"/>
                                      </p:to>
                                    </p:set>
                                    <p:animEffect transition="in" filter="fade">
                                      <p:cBhvr additive="repl">
                                        <p:cTn id="186" dur="1000"/>
                                        <p:tgtEl>
                                          <p:spTgt spid="122"/>
                                        </p:tgtEl>
                                      </p:cBhvr>
                                    </p:animEffect>
                                  </p:childTnLst>
                                </p:cTn>
                              </p:par>
                              <p:par>
                                <p:cTn id="187" presetID="10" presetClass="entr" fill="hold" nodeType="withEffect">
                                  <p:stCondLst>
                                    <p:cond delay="0"/>
                                  </p:stCondLst>
                                  <p:childTnLst>
                                    <p:set>
                                      <p:cBhvr>
                                        <p:cTn id="188" dur="1" fill="hold">
                                          <p:stCondLst>
                                            <p:cond delay="0"/>
                                          </p:stCondLst>
                                        </p:cTn>
                                        <p:tgtEl>
                                          <p:spTgt spid="123"/>
                                        </p:tgtEl>
                                        <p:attrNameLst>
                                          <p:attrName>style.visibility</p:attrName>
                                        </p:attrNameLst>
                                      </p:cBhvr>
                                      <p:to>
                                        <p:strVal val="visible"/>
                                      </p:to>
                                    </p:set>
                                    <p:animEffect transition="in" filter="fade">
                                      <p:cBhvr additive="repl">
                                        <p:cTn id="189" dur="1000"/>
                                        <p:tgtEl>
                                          <p:spTgt spid="123"/>
                                        </p:tgtEl>
                                      </p:cBhvr>
                                    </p:animEffect>
                                  </p:childTnLst>
                                </p:cTn>
                              </p:par>
                              <p:par>
                                <p:cTn id="190" presetID="10" presetClass="entr" fill="hold" nodeType="withEffect">
                                  <p:stCondLst>
                                    <p:cond delay="0"/>
                                  </p:stCondLst>
                                  <p:childTnLst>
                                    <p:set>
                                      <p:cBhvr>
                                        <p:cTn id="191" dur="1" fill="hold">
                                          <p:stCondLst>
                                            <p:cond delay="0"/>
                                          </p:stCondLst>
                                        </p:cTn>
                                        <p:tgtEl>
                                          <p:spTgt spid="124"/>
                                        </p:tgtEl>
                                        <p:attrNameLst>
                                          <p:attrName>style.visibility</p:attrName>
                                        </p:attrNameLst>
                                      </p:cBhvr>
                                      <p:to>
                                        <p:strVal val="visible"/>
                                      </p:to>
                                    </p:set>
                                    <p:animEffect transition="in" filter="fade">
                                      <p:cBhvr additive="repl">
                                        <p:cTn id="192" dur="1000"/>
                                        <p:tgtEl>
                                          <p:spTgt spid="124"/>
                                        </p:tgtEl>
                                      </p:cBhvr>
                                    </p:animEffect>
                                  </p:childTnLst>
                                </p:cTn>
                              </p:par>
                              <p:par>
                                <p:cTn id="193" presetID="10" presetClass="entr" fill="hold" nodeType="withEffect">
                                  <p:stCondLst>
                                    <p:cond delay="0"/>
                                  </p:stCondLst>
                                  <p:childTnLst>
                                    <p:set>
                                      <p:cBhvr>
                                        <p:cTn id="194" dur="1" fill="hold">
                                          <p:stCondLst>
                                            <p:cond delay="0"/>
                                          </p:stCondLst>
                                        </p:cTn>
                                        <p:tgtEl>
                                          <p:spTgt spid="130"/>
                                        </p:tgtEl>
                                        <p:attrNameLst>
                                          <p:attrName>style.visibility</p:attrName>
                                        </p:attrNameLst>
                                      </p:cBhvr>
                                      <p:to>
                                        <p:strVal val="visible"/>
                                      </p:to>
                                    </p:set>
                                    <p:animEffect transition="in" filter="fade">
                                      <p:cBhvr additive="repl">
                                        <p:cTn id="195" dur="1000"/>
                                        <p:tgtEl>
                                          <p:spTgt spid="130"/>
                                        </p:tgtEl>
                                      </p:cBhvr>
                                    </p:animEffect>
                                  </p:childTnLst>
                                </p:cTn>
                              </p:par>
                              <p:par>
                                <p:cTn id="196" presetID="10" presetClass="entr" fill="hold" nodeType="withEffect">
                                  <p:stCondLst>
                                    <p:cond delay="0"/>
                                  </p:stCondLst>
                                  <p:childTnLst>
                                    <p:set>
                                      <p:cBhvr>
                                        <p:cTn id="197" dur="1" fill="hold">
                                          <p:stCondLst>
                                            <p:cond delay="0"/>
                                          </p:stCondLst>
                                        </p:cTn>
                                        <p:tgtEl>
                                          <p:spTgt spid="131"/>
                                        </p:tgtEl>
                                        <p:attrNameLst>
                                          <p:attrName>style.visibility</p:attrName>
                                        </p:attrNameLst>
                                      </p:cBhvr>
                                      <p:to>
                                        <p:strVal val="visible"/>
                                      </p:to>
                                    </p:set>
                                    <p:animEffect transition="in" filter="fade">
                                      <p:cBhvr additive="repl">
                                        <p:cTn id="198" dur="1000"/>
                                        <p:tgtEl>
                                          <p:spTgt spid="131"/>
                                        </p:tgtEl>
                                      </p:cBhvr>
                                    </p:animEffect>
                                  </p:childTnLst>
                                </p:cTn>
                              </p:par>
                              <p:par>
                                <p:cTn id="199" presetID="10" presetClass="entr" fill="hold" nodeType="withEffect">
                                  <p:stCondLst>
                                    <p:cond delay="0"/>
                                  </p:stCondLst>
                                  <p:childTnLst>
                                    <p:set>
                                      <p:cBhvr>
                                        <p:cTn id="200" dur="1" fill="hold">
                                          <p:stCondLst>
                                            <p:cond delay="0"/>
                                          </p:stCondLst>
                                        </p:cTn>
                                        <p:tgtEl>
                                          <p:spTgt spid="132"/>
                                        </p:tgtEl>
                                        <p:attrNameLst>
                                          <p:attrName>style.visibility</p:attrName>
                                        </p:attrNameLst>
                                      </p:cBhvr>
                                      <p:to>
                                        <p:strVal val="visible"/>
                                      </p:to>
                                    </p:set>
                                    <p:animEffect transition="in" filter="fade">
                                      <p:cBhvr additive="repl">
                                        <p:cTn id="201" dur="1000"/>
                                        <p:tgtEl>
                                          <p:spTgt spid="132"/>
                                        </p:tgtEl>
                                      </p:cBhvr>
                                    </p:animEffect>
                                  </p:childTnLst>
                                </p:cTn>
                              </p:par>
                              <p:par>
                                <p:cTn id="202" presetID="10" presetClass="entr" fill="hold" nodeType="withEffect">
                                  <p:stCondLst>
                                    <p:cond delay="0"/>
                                  </p:stCondLst>
                                  <p:childTnLst>
                                    <p:set>
                                      <p:cBhvr>
                                        <p:cTn id="203" dur="1" fill="hold">
                                          <p:stCondLst>
                                            <p:cond delay="0"/>
                                          </p:stCondLst>
                                        </p:cTn>
                                        <p:tgtEl>
                                          <p:spTgt spid="133"/>
                                        </p:tgtEl>
                                        <p:attrNameLst>
                                          <p:attrName>style.visibility</p:attrName>
                                        </p:attrNameLst>
                                      </p:cBhvr>
                                      <p:to>
                                        <p:strVal val="visible"/>
                                      </p:to>
                                    </p:set>
                                    <p:animEffect transition="in" filter="fade">
                                      <p:cBhvr additive="repl">
                                        <p:cTn id="204" dur="1000"/>
                                        <p:tgtEl>
                                          <p:spTgt spid="133"/>
                                        </p:tgtEl>
                                      </p:cBhvr>
                                    </p:animEffect>
                                  </p:childTnLst>
                                </p:cTn>
                              </p:par>
                              <p:par>
                                <p:cTn id="205" presetID="10" presetClass="entr" fill="hold" nodeType="withEffect">
                                  <p:stCondLst>
                                    <p:cond delay="0"/>
                                  </p:stCondLst>
                                  <p:childTnLst>
                                    <p:set>
                                      <p:cBhvr>
                                        <p:cTn id="206" dur="1" fill="hold">
                                          <p:stCondLst>
                                            <p:cond delay="0"/>
                                          </p:stCondLst>
                                        </p:cTn>
                                        <p:tgtEl>
                                          <p:spTgt spid="129"/>
                                        </p:tgtEl>
                                        <p:attrNameLst>
                                          <p:attrName>style.visibility</p:attrName>
                                        </p:attrNameLst>
                                      </p:cBhvr>
                                      <p:to>
                                        <p:strVal val="visible"/>
                                      </p:to>
                                    </p:set>
                                    <p:animEffect transition="in" filter="fade">
                                      <p:cBhvr additive="repl">
                                        <p:cTn id="207" dur="1000"/>
                                        <p:tgtEl>
                                          <p:spTgt spid="129"/>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ntr" fill="hold" nodeType="clickEffect">
                                  <p:stCondLst>
                                    <p:cond delay="0"/>
                                  </p:stCondLst>
                                  <p:childTnLst>
                                    <p:set>
                                      <p:cBhvr>
                                        <p:cTn id="211" dur="1" fill="hold">
                                          <p:stCondLst>
                                            <p:cond delay="0"/>
                                          </p:stCondLst>
                                        </p:cTn>
                                        <p:tgtEl>
                                          <p:spTgt spid="134"/>
                                        </p:tgtEl>
                                        <p:attrNameLst>
                                          <p:attrName>style.visibility</p:attrName>
                                        </p:attrNameLst>
                                      </p:cBhvr>
                                      <p:to>
                                        <p:strVal val="visible"/>
                                      </p:to>
                                    </p:set>
                                    <p:animEffect transition="in" filter="fade">
                                      <p:cBhvr additive="repl">
                                        <p:cTn id="212" dur="1000"/>
                                        <p:tgtEl>
                                          <p:spTgt spid="134"/>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ntr" fill="hold" nodeType="clickEffect">
                                  <p:stCondLst>
                                    <p:cond delay="0"/>
                                  </p:stCondLst>
                                  <p:childTnLst>
                                    <p:set>
                                      <p:cBhvr>
                                        <p:cTn id="216" dur="1" fill="hold">
                                          <p:stCondLst>
                                            <p:cond delay="0"/>
                                          </p:stCondLst>
                                        </p:cTn>
                                        <p:tgtEl>
                                          <p:spTgt spid="135"/>
                                        </p:tgtEl>
                                        <p:attrNameLst>
                                          <p:attrName>style.visibility</p:attrName>
                                        </p:attrNameLst>
                                      </p:cBhvr>
                                      <p:to>
                                        <p:strVal val="visible"/>
                                      </p:to>
                                    </p:set>
                                    <p:animEffect transition="in" filter="fade">
                                      <p:cBhvr additive="repl">
                                        <p:cTn id="217" dur="1000"/>
                                        <p:tgtEl>
                                          <p:spTgt spid="135"/>
                                        </p:tgtEl>
                                      </p:cBhvr>
                                    </p:animEffect>
                                  </p:childTnLst>
                                </p:cTn>
                              </p:par>
                            </p:childTnLst>
                          </p:cTn>
                        </p:par>
                      </p:childTnLst>
                    </p:cTn>
                  </p:par>
                  <p:par>
                    <p:cTn id="218" fill="hold">
                      <p:stCondLst>
                        <p:cond delay="indefinite"/>
                      </p:stCondLst>
                      <p:childTnLst>
                        <p:par>
                          <p:cTn id="219" fill="hold">
                            <p:stCondLst>
                              <p:cond delay="0"/>
                            </p:stCondLst>
                            <p:childTnLst>
                              <p:par>
                                <p:cTn id="220" presetID="10" presetClass="entr" fill="hold" nodeType="clickEffect">
                                  <p:stCondLst>
                                    <p:cond delay="0"/>
                                  </p:stCondLst>
                                  <p:childTnLst>
                                    <p:set>
                                      <p:cBhvr>
                                        <p:cTn id="221" dur="1" fill="hold">
                                          <p:stCondLst>
                                            <p:cond delay="0"/>
                                          </p:stCondLst>
                                        </p:cTn>
                                        <p:tgtEl>
                                          <p:spTgt spid="136"/>
                                        </p:tgtEl>
                                        <p:attrNameLst>
                                          <p:attrName>style.visibility</p:attrName>
                                        </p:attrNameLst>
                                      </p:cBhvr>
                                      <p:to>
                                        <p:strVal val="visible"/>
                                      </p:to>
                                    </p:set>
                                    <p:animEffect transition="in" filter="fade">
                                      <p:cBhvr additive="repl">
                                        <p:cTn id="222" dur="1000"/>
                                        <p:tgtEl>
                                          <p:spTgt spid="136"/>
                                        </p:tgtEl>
                                      </p:cBhvr>
                                    </p:animEffect>
                                  </p:childTnLst>
                                </p:cTn>
                              </p:par>
                              <p:par>
                                <p:cTn id="223" presetID="10" presetClass="entr" fill="hold" nodeType="withEffect">
                                  <p:stCondLst>
                                    <p:cond delay="0"/>
                                  </p:stCondLst>
                                  <p:childTnLst>
                                    <p:set>
                                      <p:cBhvr>
                                        <p:cTn id="224" dur="1" fill="hold">
                                          <p:stCondLst>
                                            <p:cond delay="0"/>
                                          </p:stCondLst>
                                        </p:cTn>
                                        <p:tgtEl>
                                          <p:spTgt spid="137"/>
                                        </p:tgtEl>
                                        <p:attrNameLst>
                                          <p:attrName>style.visibility</p:attrName>
                                        </p:attrNameLst>
                                      </p:cBhvr>
                                      <p:to>
                                        <p:strVal val="visible"/>
                                      </p:to>
                                    </p:set>
                                    <p:animEffect transition="in" filter="fade">
                                      <p:cBhvr additive="repl">
                                        <p:cTn id="225" dur="1000"/>
                                        <p:tgtEl>
                                          <p:spTgt spid="137"/>
                                        </p:tgtEl>
                                      </p:cBhvr>
                                    </p:animEffect>
                                  </p:childTnLst>
                                </p:cTn>
                              </p:par>
                              <p:par>
                                <p:cTn id="226" presetID="10" presetClass="entr" fill="hold" nodeType="withEffect">
                                  <p:stCondLst>
                                    <p:cond delay="0"/>
                                  </p:stCondLst>
                                  <p:childTnLst>
                                    <p:set>
                                      <p:cBhvr>
                                        <p:cTn id="227" dur="1" fill="hold">
                                          <p:stCondLst>
                                            <p:cond delay="0"/>
                                          </p:stCondLst>
                                        </p:cTn>
                                        <p:tgtEl>
                                          <p:spTgt spid="139"/>
                                        </p:tgtEl>
                                        <p:attrNameLst>
                                          <p:attrName>style.visibility</p:attrName>
                                        </p:attrNameLst>
                                      </p:cBhvr>
                                      <p:to>
                                        <p:strVal val="visible"/>
                                      </p:to>
                                    </p:set>
                                    <p:animEffect transition="in" filter="fade">
                                      <p:cBhvr additive="repl">
                                        <p:cTn id="228" dur="1000"/>
                                        <p:tgtEl>
                                          <p:spTgt spid="139"/>
                                        </p:tgtEl>
                                      </p:cBhvr>
                                    </p:animEffect>
                                  </p:childTnLst>
                                </p:cTn>
                              </p:par>
                              <p:par>
                                <p:cTn id="229" presetID="10" presetClass="entr" fill="hold" nodeType="withEffect">
                                  <p:stCondLst>
                                    <p:cond delay="0"/>
                                  </p:stCondLst>
                                  <p:childTnLst>
                                    <p:set>
                                      <p:cBhvr>
                                        <p:cTn id="230" dur="1" fill="hold">
                                          <p:stCondLst>
                                            <p:cond delay="0"/>
                                          </p:stCondLst>
                                        </p:cTn>
                                        <p:tgtEl>
                                          <p:spTgt spid="138"/>
                                        </p:tgtEl>
                                        <p:attrNameLst>
                                          <p:attrName>style.visibility</p:attrName>
                                        </p:attrNameLst>
                                      </p:cBhvr>
                                      <p:to>
                                        <p:strVal val="visible"/>
                                      </p:to>
                                    </p:set>
                                    <p:animEffect transition="in" filter="fade">
                                      <p:cBhvr additive="repl">
                                        <p:cTn id="231" dur="1000"/>
                                        <p:tgtEl>
                                          <p:spTgt spid="138"/>
                                        </p:tgtEl>
                                      </p:cBhvr>
                                    </p:animEffect>
                                  </p:childTnLst>
                                </p:cTn>
                              </p:par>
                            </p:childTnLst>
                          </p:cTn>
                        </p:par>
                      </p:childTnLst>
                    </p:cTn>
                  </p:par>
                  <p:par>
                    <p:cTn id="232" fill="hold">
                      <p:stCondLst>
                        <p:cond delay="indefinite"/>
                      </p:stCondLst>
                      <p:childTnLst>
                        <p:par>
                          <p:cTn id="233" fill="hold">
                            <p:stCondLst>
                              <p:cond delay="0"/>
                            </p:stCondLst>
                            <p:childTnLst>
                              <p:par>
                                <p:cTn id="234" presetID="10" presetClass="entr" fill="hold" nodeType="clickEffect">
                                  <p:stCondLst>
                                    <p:cond delay="0"/>
                                  </p:stCondLst>
                                  <p:childTnLst>
                                    <p:set>
                                      <p:cBhvr>
                                        <p:cTn id="235" dur="1" fill="hold">
                                          <p:stCondLst>
                                            <p:cond delay="0"/>
                                          </p:stCondLst>
                                        </p:cTn>
                                        <p:tgtEl>
                                          <p:spTgt spid="140"/>
                                        </p:tgtEl>
                                        <p:attrNameLst>
                                          <p:attrName>style.visibility</p:attrName>
                                        </p:attrNameLst>
                                      </p:cBhvr>
                                      <p:to>
                                        <p:strVal val="visible"/>
                                      </p:to>
                                    </p:set>
                                    <p:animEffect transition="in" filter="fade">
                                      <p:cBhvr additive="repl">
                                        <p:cTn id="236" dur="1000"/>
                                        <p:tgtEl>
                                          <p:spTgt spid="140"/>
                                        </p:tgtEl>
                                      </p:cBhvr>
                                    </p:animEffect>
                                  </p:childTnLst>
                                </p:cTn>
                              </p:par>
                            </p:childTnLst>
                          </p:cTn>
                        </p:par>
                      </p:childTnLst>
                    </p:cTn>
                  </p:par>
                  <p:par>
                    <p:cTn id="237" fill="hold">
                      <p:stCondLst>
                        <p:cond delay="indefinite"/>
                      </p:stCondLst>
                      <p:childTnLst>
                        <p:par>
                          <p:cTn id="238" fill="hold">
                            <p:stCondLst>
                              <p:cond delay="0"/>
                            </p:stCondLst>
                            <p:childTnLst>
                              <p:par>
                                <p:cTn id="239" presetID="10" presetClass="entr" fill="hold" nodeType="clickEffect">
                                  <p:stCondLst>
                                    <p:cond delay="0"/>
                                  </p:stCondLst>
                                  <p:childTnLst>
                                    <p:set>
                                      <p:cBhvr>
                                        <p:cTn id="240" dur="1" fill="hold">
                                          <p:stCondLst>
                                            <p:cond delay="0"/>
                                          </p:stCondLst>
                                        </p:cTn>
                                        <p:tgtEl>
                                          <p:spTgt spid="142"/>
                                        </p:tgtEl>
                                        <p:attrNameLst>
                                          <p:attrName>style.visibility</p:attrName>
                                        </p:attrNameLst>
                                      </p:cBhvr>
                                      <p:to>
                                        <p:strVal val="visible"/>
                                      </p:to>
                                    </p:set>
                                    <p:animEffect transition="in" filter="fade">
                                      <p:cBhvr additive="repl">
                                        <p:cTn id="241" dur="10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Definición</a:t>
            </a:r>
            <a:endParaRPr lang="es-ES" sz="4400" b="0" strike="noStrike" spc="-1">
              <a:solidFill>
                <a:srgbClr val="000000"/>
              </a:solidFill>
              <a:latin typeface="Arial"/>
            </a:endParaRPr>
          </a:p>
        </p:txBody>
      </p:sp>
      <p:sp>
        <p:nvSpPr>
          <p:cNvPr id="144" name="Google Shape;172;ga1f93e0ce7_0_0"/>
          <p:cNvSpPr/>
          <p:nvPr/>
        </p:nvSpPr>
        <p:spPr>
          <a:xfrm>
            <a:off x="684360" y="1653480"/>
            <a:ext cx="10307160" cy="177552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r>
              <a:rPr lang="en-GB" sz="1700" b="0" strike="noStrike" spc="-1">
                <a:solidFill>
                  <a:schemeClr val="lt1"/>
                </a:solidFill>
                <a:latin typeface="Calibri"/>
                <a:ea typeface="Calibri"/>
              </a:rPr>
              <a:t>Los modelos ensamblados (ensemble models) combinan las decisiones de múltiples modelos para mejorar su precisión y estabilidad.</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a:p>
            <a:pPr>
              <a:lnSpc>
                <a:spcPct val="100000"/>
              </a:lnSpc>
              <a:tabLst>
                <a:tab pos="0" algn="l"/>
              </a:tabLst>
            </a:pPr>
            <a:r>
              <a:rPr lang="en-GB" sz="1700" b="0" strike="noStrike" spc="-1">
                <a:solidFill>
                  <a:schemeClr val="lt1"/>
                </a:solidFill>
                <a:latin typeface="Calibri"/>
                <a:ea typeface="Calibri"/>
              </a:rPr>
              <a:t>Se trata de modelos que se comportan muy bien y reducen bastante el variance. Este tipo de modelos son los que se suelen utilizar para ganar competiciones de Kaggle</a:t>
            </a:r>
            <a:endParaRPr lang="es-ES" sz="1700" b="0" strike="noStrike" spc="-1">
              <a:solidFill>
                <a:srgbClr val="FFFFFF"/>
              </a:solidFill>
              <a:latin typeface="Arial"/>
            </a:endParaRPr>
          </a:p>
        </p:txBody>
      </p:sp>
      <p:sp>
        <p:nvSpPr>
          <p:cNvPr id="145" name="Google Shape;173;ga1f93e0ce7_0_0"/>
          <p:cNvSpPr/>
          <p:nvPr/>
        </p:nvSpPr>
        <p:spPr>
          <a:xfrm>
            <a:off x="810377" y="3429000"/>
            <a:ext cx="3989160" cy="2381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2100" b="0" strike="noStrike" spc="-1" dirty="0" err="1">
                <a:solidFill>
                  <a:schemeClr val="lt1"/>
                </a:solidFill>
                <a:latin typeface="Calibri"/>
                <a:ea typeface="Calibri"/>
              </a:rPr>
              <a:t>Tipos</a:t>
            </a:r>
            <a:r>
              <a:rPr lang="en-GB" sz="2100" b="0" strike="noStrike" spc="-1" dirty="0">
                <a:solidFill>
                  <a:schemeClr val="lt1"/>
                </a:solidFill>
                <a:latin typeface="Calibri"/>
                <a:ea typeface="Calibri"/>
              </a:rPr>
              <a:t> de ensembles:</a:t>
            </a:r>
            <a:endParaRPr lang="es-ES" sz="2100" b="0" strike="noStrike" spc="-1" dirty="0">
              <a:solidFill>
                <a:srgbClr val="FFFFFF"/>
              </a:solidFill>
              <a:latin typeface="Arial"/>
            </a:endParaRPr>
          </a:p>
          <a:p>
            <a:pPr marL="457200" indent="-361800">
              <a:lnSpc>
                <a:spcPct val="100000"/>
              </a:lnSpc>
              <a:buClr>
                <a:srgbClr val="FFFFFF"/>
              </a:buClr>
              <a:buFont typeface="Calibri"/>
              <a:buAutoNum type="arabicPeriod"/>
              <a:tabLst>
                <a:tab pos="0" algn="l"/>
              </a:tabLst>
            </a:pPr>
            <a:r>
              <a:rPr lang="en-GB" sz="2100" b="0" strike="noStrike" spc="-1" dirty="0">
                <a:solidFill>
                  <a:schemeClr val="lt1"/>
                </a:solidFill>
                <a:latin typeface="Calibri"/>
                <a:ea typeface="Calibri"/>
              </a:rPr>
              <a:t>Bagging – </a:t>
            </a:r>
            <a:r>
              <a:rPr lang="en-GB" sz="1600" b="0" strike="noStrike" spc="-1" dirty="0">
                <a:solidFill>
                  <a:schemeClr val="lt1"/>
                </a:solidFill>
                <a:latin typeface="Calibri"/>
                <a:ea typeface="Calibri"/>
              </a:rPr>
              <a:t>pongo </a:t>
            </a:r>
            <a:r>
              <a:rPr lang="en-GB" sz="1600" b="0" strike="noStrike" spc="-1" dirty="0" err="1">
                <a:solidFill>
                  <a:schemeClr val="lt1"/>
                </a:solidFill>
                <a:latin typeface="Calibri"/>
                <a:ea typeface="Calibri"/>
              </a:rPr>
              <a:t>varios</a:t>
            </a:r>
            <a:r>
              <a:rPr lang="en-GB" sz="1600" b="0" strike="noStrike" spc="-1" dirty="0">
                <a:solidFill>
                  <a:schemeClr val="lt1"/>
                </a:solidFill>
                <a:latin typeface="Calibri"/>
                <a:ea typeface="Calibri"/>
              </a:rPr>
              <a:t> </a:t>
            </a:r>
            <a:r>
              <a:rPr lang="en-GB" sz="1600" b="0" strike="noStrike" spc="-1" dirty="0" err="1">
                <a:solidFill>
                  <a:schemeClr val="lt1"/>
                </a:solidFill>
                <a:latin typeface="Calibri"/>
                <a:ea typeface="Calibri"/>
              </a:rPr>
              <a:t>modelos</a:t>
            </a:r>
            <a:r>
              <a:rPr lang="en-GB" sz="1600" b="0" strike="noStrike" spc="-1" dirty="0">
                <a:solidFill>
                  <a:schemeClr val="lt1"/>
                </a:solidFill>
                <a:latin typeface="Calibri"/>
                <a:ea typeface="Calibri"/>
              </a:rPr>
              <a:t> a </a:t>
            </a:r>
            <a:r>
              <a:rPr lang="en-GB" sz="1600" b="0" strike="noStrike" spc="-1" dirty="0" err="1">
                <a:solidFill>
                  <a:schemeClr val="lt1"/>
                </a:solidFill>
                <a:latin typeface="Calibri"/>
                <a:ea typeface="Calibri"/>
              </a:rPr>
              <a:t>predecir</a:t>
            </a:r>
            <a:r>
              <a:rPr lang="en-GB" sz="1600" b="0" strike="noStrike" spc="-1" dirty="0">
                <a:solidFill>
                  <a:schemeClr val="lt1"/>
                </a:solidFill>
                <a:latin typeface="Calibri"/>
                <a:ea typeface="Calibri"/>
              </a:rPr>
              <a:t> </a:t>
            </a:r>
            <a:r>
              <a:rPr lang="en-GB" sz="1600" b="0" strike="noStrike" spc="-1" dirty="0" err="1">
                <a:solidFill>
                  <a:schemeClr val="lt1"/>
                </a:solidFill>
                <a:latin typeface="Calibri"/>
                <a:ea typeface="Calibri"/>
              </a:rPr>
              <a:t>sobre</a:t>
            </a:r>
            <a:r>
              <a:rPr lang="en-GB" sz="1600" b="0" strike="noStrike" spc="-1" dirty="0">
                <a:solidFill>
                  <a:schemeClr val="lt1"/>
                </a:solidFill>
                <a:latin typeface="Calibri"/>
                <a:ea typeface="Calibri"/>
              </a:rPr>
              <a:t> lo </a:t>
            </a:r>
            <a:r>
              <a:rPr lang="en-GB" sz="1600" b="0" strike="noStrike" spc="-1" dirty="0" err="1">
                <a:solidFill>
                  <a:schemeClr val="lt1"/>
                </a:solidFill>
                <a:latin typeface="Calibri"/>
                <a:ea typeface="Calibri"/>
              </a:rPr>
              <a:t>mismo</a:t>
            </a:r>
            <a:r>
              <a:rPr lang="en-GB" sz="1600" b="0" strike="noStrike" spc="-1" dirty="0">
                <a:solidFill>
                  <a:schemeClr val="lt1"/>
                </a:solidFill>
                <a:latin typeface="Calibri"/>
                <a:ea typeface="Calibri"/>
              </a:rPr>
              <a:t>. </a:t>
            </a:r>
            <a:r>
              <a:rPr lang="en-GB" sz="1600" b="0" strike="noStrike" spc="-1" dirty="0" err="1">
                <a:solidFill>
                  <a:schemeClr val="lt1"/>
                </a:solidFill>
                <a:latin typeface="Calibri"/>
                <a:ea typeface="Calibri"/>
              </a:rPr>
              <a:t>Cojo</a:t>
            </a:r>
            <a:r>
              <a:rPr lang="en-GB" sz="1600" b="0" strike="noStrike" spc="-1" dirty="0">
                <a:solidFill>
                  <a:schemeClr val="lt1"/>
                </a:solidFill>
                <a:latin typeface="Calibri"/>
                <a:ea typeface="Calibri"/>
              </a:rPr>
              <a:t> </a:t>
            </a:r>
            <a:r>
              <a:rPr lang="en-GB" sz="1600" b="0" strike="noStrike" spc="-1" dirty="0" err="1">
                <a:solidFill>
                  <a:schemeClr val="lt1"/>
                </a:solidFill>
                <a:latin typeface="Calibri"/>
                <a:ea typeface="Calibri"/>
              </a:rPr>
              <a:t>mayoría</a:t>
            </a:r>
            <a:r>
              <a:rPr lang="en-GB" sz="1600" b="0" strike="noStrike" spc="-1" dirty="0">
                <a:solidFill>
                  <a:schemeClr val="lt1"/>
                </a:solidFill>
                <a:latin typeface="Calibri"/>
                <a:ea typeface="Calibri"/>
              </a:rPr>
              <a:t>. El concurso</a:t>
            </a:r>
            <a:endParaRPr lang="es-ES" sz="1600" b="0" strike="noStrike" spc="-1" dirty="0">
              <a:solidFill>
                <a:srgbClr val="FFFFFF"/>
              </a:solidFill>
              <a:latin typeface="Arial"/>
            </a:endParaRPr>
          </a:p>
          <a:p>
            <a:pPr marL="914400" lvl="1" indent="-361800">
              <a:lnSpc>
                <a:spcPct val="100000"/>
              </a:lnSpc>
              <a:buClr>
                <a:srgbClr val="FFFFFF"/>
              </a:buClr>
              <a:buFont typeface="Calibri"/>
              <a:buAutoNum type="alphaLcPeriod"/>
              <a:tabLst>
                <a:tab pos="0" algn="l"/>
              </a:tabLst>
            </a:pPr>
            <a:r>
              <a:rPr lang="en-GB" sz="2100" b="0" strike="noStrike" spc="-1" dirty="0">
                <a:solidFill>
                  <a:schemeClr val="lt1"/>
                </a:solidFill>
                <a:latin typeface="Calibri"/>
                <a:ea typeface="Calibri"/>
              </a:rPr>
              <a:t>Random Forest</a:t>
            </a:r>
            <a:endParaRPr lang="es-ES" sz="2100" b="0" strike="noStrike" spc="-1" dirty="0">
              <a:solidFill>
                <a:srgbClr val="FFFFFF"/>
              </a:solidFill>
              <a:latin typeface="Arial"/>
            </a:endParaRPr>
          </a:p>
          <a:p>
            <a:pPr marL="457200" indent="-361800">
              <a:lnSpc>
                <a:spcPct val="100000"/>
              </a:lnSpc>
              <a:buClr>
                <a:srgbClr val="FFFFFF"/>
              </a:buClr>
              <a:buFont typeface="Calibri"/>
              <a:buAutoNum type="arabicPeriod"/>
              <a:tabLst>
                <a:tab pos="0" algn="l"/>
              </a:tabLst>
            </a:pPr>
            <a:r>
              <a:rPr lang="en-GB" sz="2100" b="0" strike="noStrike" spc="-1" dirty="0">
                <a:solidFill>
                  <a:schemeClr val="lt1"/>
                </a:solidFill>
                <a:latin typeface="Calibri"/>
                <a:ea typeface="Calibri"/>
              </a:rPr>
              <a:t>Boosting – </a:t>
            </a:r>
            <a:r>
              <a:rPr lang="en-GB" sz="1400" b="0" strike="noStrike" spc="-1" dirty="0">
                <a:solidFill>
                  <a:schemeClr val="lt1"/>
                </a:solidFill>
                <a:latin typeface="Calibri"/>
                <a:ea typeface="Calibri"/>
              </a:rPr>
              <a:t>no </a:t>
            </a:r>
            <a:r>
              <a:rPr lang="en-GB" sz="1400" b="0" strike="noStrike" spc="-1" dirty="0" err="1">
                <a:solidFill>
                  <a:schemeClr val="lt1"/>
                </a:solidFill>
                <a:latin typeface="Calibri"/>
                <a:ea typeface="Calibri"/>
              </a:rPr>
              <a:t>hacen</a:t>
            </a:r>
            <a:r>
              <a:rPr lang="en-GB" sz="1400" b="0" strike="noStrike" spc="-1" dirty="0">
                <a:solidFill>
                  <a:schemeClr val="lt1"/>
                </a:solidFill>
                <a:latin typeface="Calibri"/>
                <a:ea typeface="Calibri"/>
              </a:rPr>
              <a:t> </a:t>
            </a:r>
            <a:r>
              <a:rPr lang="en-GB" sz="1400" b="0" strike="noStrike" spc="-1" dirty="0" err="1">
                <a:solidFill>
                  <a:schemeClr val="lt1"/>
                </a:solidFill>
                <a:latin typeface="Calibri"/>
                <a:ea typeface="Calibri"/>
              </a:rPr>
              <a:t>todos</a:t>
            </a:r>
            <a:r>
              <a:rPr lang="en-GB" sz="1400" b="0" strike="noStrike" spc="-1" dirty="0">
                <a:solidFill>
                  <a:schemeClr val="lt1"/>
                </a:solidFill>
                <a:latin typeface="Calibri"/>
                <a:ea typeface="Calibri"/>
              </a:rPr>
              <a:t> la </a:t>
            </a:r>
            <a:r>
              <a:rPr lang="en-GB" sz="1400" b="0" strike="noStrike" spc="-1" dirty="0" err="1">
                <a:solidFill>
                  <a:schemeClr val="lt1"/>
                </a:solidFill>
                <a:latin typeface="Calibri"/>
                <a:ea typeface="Calibri"/>
              </a:rPr>
              <a:t>predicción</a:t>
            </a:r>
            <a:r>
              <a:rPr lang="en-GB" sz="1400" b="0" strike="noStrike" spc="-1" dirty="0">
                <a:solidFill>
                  <a:schemeClr val="lt1"/>
                </a:solidFill>
                <a:latin typeface="Calibri"/>
                <a:ea typeface="Calibri"/>
              </a:rPr>
              <a:t> completa PERO a </a:t>
            </a:r>
            <a:r>
              <a:rPr lang="en-GB" sz="1400" b="0" strike="noStrike" spc="-1" dirty="0" err="1">
                <a:solidFill>
                  <a:schemeClr val="lt1"/>
                </a:solidFill>
                <a:latin typeface="Calibri"/>
                <a:ea typeface="Calibri"/>
              </a:rPr>
              <a:t>cada</a:t>
            </a:r>
            <a:r>
              <a:rPr lang="en-GB" sz="1400" b="0" strike="noStrike" spc="-1" dirty="0">
                <a:solidFill>
                  <a:schemeClr val="lt1"/>
                </a:solidFill>
                <a:latin typeface="Calibri"/>
                <a:ea typeface="Calibri"/>
              </a:rPr>
              <a:t> uno le </a:t>
            </a:r>
            <a:r>
              <a:rPr lang="en-GB" sz="1400" b="0" strike="noStrike" spc="-1" dirty="0" err="1">
                <a:solidFill>
                  <a:schemeClr val="lt1"/>
                </a:solidFill>
                <a:latin typeface="Calibri"/>
                <a:ea typeface="Calibri"/>
              </a:rPr>
              <a:t>hace</a:t>
            </a:r>
            <a:r>
              <a:rPr lang="en-GB" sz="1400" b="0" strike="noStrike" spc="-1" dirty="0">
                <a:solidFill>
                  <a:schemeClr val="lt1"/>
                </a:solidFill>
                <a:latin typeface="Calibri"/>
                <a:ea typeface="Calibri"/>
              </a:rPr>
              <a:t> </a:t>
            </a:r>
            <a:r>
              <a:rPr lang="en-GB" sz="1400" b="0" strike="noStrike" spc="-1" dirty="0" err="1">
                <a:solidFill>
                  <a:schemeClr val="lt1"/>
                </a:solidFill>
                <a:latin typeface="Calibri"/>
                <a:ea typeface="Calibri"/>
              </a:rPr>
              <a:t>más</a:t>
            </a:r>
            <a:r>
              <a:rPr lang="en-GB" sz="1400" b="0" strike="noStrike" spc="-1" dirty="0">
                <a:solidFill>
                  <a:schemeClr val="lt1"/>
                </a:solidFill>
                <a:latin typeface="Calibri"/>
                <a:ea typeface="Calibri"/>
              </a:rPr>
              <a:t> </a:t>
            </a:r>
            <a:r>
              <a:rPr lang="en-GB" sz="1400" b="0" strike="noStrike" spc="-1" dirty="0" err="1">
                <a:solidFill>
                  <a:schemeClr val="lt1"/>
                </a:solidFill>
                <a:latin typeface="Calibri"/>
                <a:ea typeface="Calibri"/>
              </a:rPr>
              <a:t>enfasis</a:t>
            </a:r>
            <a:r>
              <a:rPr lang="en-GB" sz="1400" b="0" strike="noStrike" spc="-1" dirty="0">
                <a:solidFill>
                  <a:schemeClr val="lt1"/>
                </a:solidFill>
                <a:latin typeface="Calibri"/>
                <a:ea typeface="Calibri"/>
              </a:rPr>
              <a:t> en </a:t>
            </a:r>
            <a:r>
              <a:rPr lang="en-GB" sz="1400" b="0" strike="noStrike" spc="-1" dirty="0" err="1">
                <a:solidFill>
                  <a:schemeClr val="lt1"/>
                </a:solidFill>
                <a:latin typeface="Calibri"/>
                <a:ea typeface="Calibri"/>
              </a:rPr>
              <a:t>los</a:t>
            </a:r>
            <a:r>
              <a:rPr lang="en-GB" sz="1400" b="0" strike="noStrike" spc="-1" dirty="0">
                <a:solidFill>
                  <a:schemeClr val="lt1"/>
                </a:solidFill>
                <a:latin typeface="Calibri"/>
                <a:ea typeface="Calibri"/>
              </a:rPr>
              <a:t> </a:t>
            </a:r>
            <a:r>
              <a:rPr lang="en-GB" sz="1400" b="0" strike="noStrike" spc="-1" dirty="0" err="1">
                <a:solidFill>
                  <a:schemeClr val="lt1"/>
                </a:solidFill>
                <a:latin typeface="Calibri"/>
                <a:ea typeface="Calibri"/>
              </a:rPr>
              <a:t>fallos</a:t>
            </a:r>
            <a:r>
              <a:rPr lang="en-GB" sz="1400" b="0" strike="noStrike" spc="-1" dirty="0">
                <a:solidFill>
                  <a:schemeClr val="lt1"/>
                </a:solidFill>
                <a:latin typeface="Calibri"/>
                <a:ea typeface="Calibri"/>
              </a:rPr>
              <a:t> del anterior</a:t>
            </a:r>
            <a:endParaRPr lang="es-ES" sz="1400" b="0" strike="noStrike" spc="-1" dirty="0">
              <a:solidFill>
                <a:srgbClr val="FFFFFF"/>
              </a:solidFill>
              <a:latin typeface="Arial"/>
            </a:endParaRPr>
          </a:p>
          <a:p>
            <a:pPr marL="914400" lvl="1" indent="-361800">
              <a:lnSpc>
                <a:spcPct val="100000"/>
              </a:lnSpc>
              <a:buClr>
                <a:srgbClr val="FFFFFF"/>
              </a:buClr>
              <a:buFont typeface="Calibri"/>
              <a:buAutoNum type="alphaLcPeriod"/>
              <a:tabLst>
                <a:tab pos="0" algn="l"/>
              </a:tabLst>
            </a:pPr>
            <a:r>
              <a:rPr lang="en-GB" sz="2100" b="0" strike="noStrike" spc="-1" dirty="0">
                <a:solidFill>
                  <a:schemeClr val="lt1"/>
                </a:solidFill>
                <a:latin typeface="Calibri"/>
                <a:ea typeface="Arial"/>
              </a:rPr>
              <a:t>AdaBoost</a:t>
            </a:r>
            <a:endParaRPr lang="es-ES" sz="2100" b="0" strike="noStrike" spc="-1" dirty="0">
              <a:solidFill>
                <a:srgbClr val="FFFFFF"/>
              </a:solidFill>
              <a:latin typeface="Arial"/>
            </a:endParaRPr>
          </a:p>
          <a:p>
            <a:pPr marL="914400" lvl="1" indent="-361800">
              <a:lnSpc>
                <a:spcPct val="100000"/>
              </a:lnSpc>
              <a:buClr>
                <a:srgbClr val="FFFFFF"/>
              </a:buClr>
              <a:buFont typeface="Calibri"/>
              <a:buAutoNum type="alphaLcPeriod"/>
              <a:tabLst>
                <a:tab pos="0" algn="l"/>
              </a:tabLst>
            </a:pPr>
            <a:r>
              <a:rPr lang="en-GB" sz="2100" b="0" strike="noStrike" spc="-1" dirty="0">
                <a:solidFill>
                  <a:schemeClr val="lt1"/>
                </a:solidFill>
                <a:latin typeface="Calibri"/>
                <a:ea typeface="Arial"/>
              </a:rPr>
              <a:t>GradientBoost</a:t>
            </a:r>
            <a:endParaRPr lang="es-ES" sz="2100" b="0" strike="noStrike" spc="-1" dirty="0">
              <a:solidFill>
                <a:srgbClr val="FFFFFF"/>
              </a:solidFill>
              <a:latin typeface="Arial"/>
            </a:endParaRPr>
          </a:p>
          <a:p>
            <a:pPr marL="914400" lvl="1" indent="-361800">
              <a:lnSpc>
                <a:spcPct val="100000"/>
              </a:lnSpc>
              <a:buClr>
                <a:srgbClr val="FFFFFF"/>
              </a:buClr>
              <a:buFont typeface="Calibri"/>
              <a:buAutoNum type="alphaLcPeriod"/>
              <a:tabLst>
                <a:tab pos="0" algn="l"/>
              </a:tabLst>
            </a:pPr>
            <a:r>
              <a:rPr lang="en-GB" sz="2100" b="0" strike="noStrike" spc="-1" dirty="0" err="1">
                <a:solidFill>
                  <a:schemeClr val="lt1"/>
                </a:solidFill>
                <a:latin typeface="Calibri"/>
                <a:ea typeface="Arial"/>
              </a:rPr>
              <a:t>XGBoost</a:t>
            </a:r>
            <a:endParaRPr lang="es-ES" sz="2100" b="0" strike="noStrike" spc="-1" dirty="0">
              <a:solidFill>
                <a:srgbClr val="FFFFFF"/>
              </a:solidFill>
              <a:latin typeface="Arial"/>
            </a:endParaRPr>
          </a:p>
        </p:txBody>
      </p:sp>
      <p:pic>
        <p:nvPicPr>
          <p:cNvPr id="146" name="Google Shape;174;ga1f93e0ce7_0_0"/>
          <p:cNvPicPr/>
          <p:nvPr/>
        </p:nvPicPr>
        <p:blipFill>
          <a:blip r:embed="rId3"/>
          <a:stretch/>
        </p:blipFill>
        <p:spPr>
          <a:xfrm>
            <a:off x="5173200" y="3581280"/>
            <a:ext cx="5538240" cy="312372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Tipos de Ensembles</a:t>
            </a:r>
            <a:endParaRPr lang="es-ES" sz="4400" b="0" strike="noStrike" spc="-1">
              <a:solidFill>
                <a:srgbClr val="000000"/>
              </a:solidFill>
              <a:latin typeface="Arial"/>
            </a:endParaRPr>
          </a:p>
        </p:txBody>
      </p:sp>
      <p:sp>
        <p:nvSpPr>
          <p:cNvPr id="148" name="CuadroTexto 2"/>
          <p:cNvSpPr/>
          <p:nvPr/>
        </p:nvSpPr>
        <p:spPr>
          <a:xfrm>
            <a:off x="2991600" y="1953000"/>
            <a:ext cx="268056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Votación</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Varios modelos trabajan en paralelo y se agregan sus outputs</a:t>
            </a:r>
            <a:endParaRPr lang="es-ES" sz="1100" b="0" strike="noStrike" spc="-1">
              <a:solidFill>
                <a:srgbClr val="FFFFFF"/>
              </a:solidFill>
              <a:latin typeface="Arial"/>
            </a:endParaRPr>
          </a:p>
        </p:txBody>
      </p:sp>
      <p:sp>
        <p:nvSpPr>
          <p:cNvPr id="149" name="CuadroTexto 12"/>
          <p:cNvSpPr/>
          <p:nvPr/>
        </p:nvSpPr>
        <p:spPr>
          <a:xfrm>
            <a:off x="1180800" y="2996640"/>
            <a:ext cx="315108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Mismos modelos</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Cada modelo del sistema de votación es del mismo tipo (DecissionTree, LogisticRegression…)</a:t>
            </a:r>
            <a:endParaRPr lang="es-ES" sz="1100" b="0" strike="noStrike" spc="-1">
              <a:solidFill>
                <a:srgbClr val="FFFFFF"/>
              </a:solidFill>
              <a:latin typeface="Arial"/>
            </a:endParaRPr>
          </a:p>
        </p:txBody>
      </p:sp>
      <p:sp>
        <p:nvSpPr>
          <p:cNvPr id="150" name="CuadroTexto 13"/>
          <p:cNvSpPr/>
          <p:nvPr/>
        </p:nvSpPr>
        <p:spPr>
          <a:xfrm>
            <a:off x="4332240" y="3016080"/>
            <a:ext cx="315108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Distintos modelos (Voting)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Se combinan modelos de varios tipos para conformar el sistema de votaciones</a:t>
            </a:r>
            <a:endParaRPr lang="es-ES" sz="1100" b="0" strike="noStrike" spc="-1">
              <a:solidFill>
                <a:srgbClr val="FFFFFF"/>
              </a:solidFill>
              <a:latin typeface="Arial"/>
            </a:endParaRPr>
          </a:p>
        </p:txBody>
      </p:sp>
      <p:sp>
        <p:nvSpPr>
          <p:cNvPr id="151" name="CuadroTexto 14"/>
          <p:cNvSpPr/>
          <p:nvPr/>
        </p:nvSpPr>
        <p:spPr>
          <a:xfrm>
            <a:off x="190800" y="4532760"/>
            <a:ext cx="256536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Bagging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El muestreo para los modelos del ensemble se realiza mediante reemplazamiento (bootstrapping)</a:t>
            </a:r>
            <a:endParaRPr lang="es-ES" sz="1100" b="0" strike="noStrike" spc="-1">
              <a:solidFill>
                <a:srgbClr val="FFFFFF"/>
              </a:solidFill>
              <a:latin typeface="Arial"/>
            </a:endParaRPr>
          </a:p>
        </p:txBody>
      </p:sp>
      <p:sp>
        <p:nvSpPr>
          <p:cNvPr id="152" name="CuadroTexto 15"/>
          <p:cNvSpPr/>
          <p:nvPr/>
        </p:nvSpPr>
        <p:spPr>
          <a:xfrm>
            <a:off x="2756520" y="4519800"/>
            <a:ext cx="256536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Pasting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El muestreo para los modelos del ensemble se realiza SIN mediante reemplazamiento</a:t>
            </a:r>
            <a:endParaRPr lang="es-ES" sz="1100" b="0" strike="noStrike" spc="-1">
              <a:solidFill>
                <a:srgbClr val="FFFFFF"/>
              </a:solidFill>
              <a:latin typeface="Arial"/>
            </a:endParaRPr>
          </a:p>
        </p:txBody>
      </p:sp>
      <p:sp>
        <p:nvSpPr>
          <p:cNvPr id="153" name="CuadroTexto 16"/>
          <p:cNvSpPr/>
          <p:nvPr/>
        </p:nvSpPr>
        <p:spPr>
          <a:xfrm>
            <a:off x="8353080" y="1997640"/>
            <a:ext cx="268056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Secuenciales o Boosting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El output del primer modelo sirve de input para el siguiente, que corregirá los errores del anterior.</a:t>
            </a:r>
            <a:endParaRPr lang="es-ES" sz="1100" b="0" strike="noStrike" spc="-1">
              <a:solidFill>
                <a:srgbClr val="FFFFFF"/>
              </a:solidFill>
              <a:latin typeface="Arial"/>
            </a:endParaRPr>
          </a:p>
        </p:txBody>
      </p:sp>
      <p:cxnSp>
        <p:nvCxnSpPr>
          <p:cNvPr id="154" name="Conector recto de flecha 4"/>
          <p:cNvCxnSpPr/>
          <p:nvPr/>
        </p:nvCxnSpPr>
        <p:spPr>
          <a:xfrm flipH="1">
            <a:off x="2991600" y="2613600"/>
            <a:ext cx="905760" cy="252720"/>
          </a:xfrm>
          <a:prstGeom prst="straightConnector1">
            <a:avLst/>
          </a:prstGeom>
          <a:ln w="28575">
            <a:solidFill>
              <a:srgbClr val="FFFFFF">
                <a:lumMod val="95000"/>
              </a:srgbClr>
            </a:solidFill>
            <a:round/>
            <a:tailEnd type="triangle" w="med" len="med"/>
          </a:ln>
        </p:spPr>
      </p:cxnSp>
      <p:cxnSp>
        <p:nvCxnSpPr>
          <p:cNvPr id="155" name="Conector recto de flecha 19"/>
          <p:cNvCxnSpPr/>
          <p:nvPr/>
        </p:nvCxnSpPr>
        <p:spPr>
          <a:xfrm>
            <a:off x="5070240" y="2613600"/>
            <a:ext cx="602280" cy="298080"/>
          </a:xfrm>
          <a:prstGeom prst="straightConnector1">
            <a:avLst/>
          </a:prstGeom>
          <a:ln w="28575">
            <a:solidFill>
              <a:srgbClr val="FFFFFF">
                <a:lumMod val="95000"/>
              </a:srgbClr>
            </a:solidFill>
            <a:round/>
            <a:tailEnd type="triangle" w="med" len="med"/>
          </a:ln>
        </p:spPr>
      </p:cxnSp>
      <p:cxnSp>
        <p:nvCxnSpPr>
          <p:cNvPr id="156" name="Conector recto de flecha 21"/>
          <p:cNvCxnSpPr/>
          <p:nvPr/>
        </p:nvCxnSpPr>
        <p:spPr>
          <a:xfrm>
            <a:off x="3295080" y="3859200"/>
            <a:ext cx="602280" cy="555840"/>
          </a:xfrm>
          <a:prstGeom prst="straightConnector1">
            <a:avLst/>
          </a:prstGeom>
          <a:ln w="28575">
            <a:solidFill>
              <a:srgbClr val="FFFFFF">
                <a:lumMod val="95000"/>
              </a:srgbClr>
            </a:solidFill>
            <a:round/>
            <a:tailEnd type="triangle" w="med" len="med"/>
          </a:ln>
        </p:spPr>
      </p:cxnSp>
      <p:cxnSp>
        <p:nvCxnSpPr>
          <p:cNvPr id="157" name="Conector recto de flecha 23"/>
          <p:cNvCxnSpPr/>
          <p:nvPr/>
        </p:nvCxnSpPr>
        <p:spPr>
          <a:xfrm flipH="1">
            <a:off x="1473480" y="3821040"/>
            <a:ext cx="593640" cy="568440"/>
          </a:xfrm>
          <a:prstGeom prst="straightConnector1">
            <a:avLst/>
          </a:prstGeom>
          <a:ln w="28575">
            <a:solidFill>
              <a:srgbClr val="FFFFFF">
                <a:lumMod val="95000"/>
              </a:srgbClr>
            </a:solidFill>
            <a:round/>
            <a:tailEnd type="triangle" w="med" len="med"/>
          </a:ln>
        </p:spPr>
      </p:cxnSp>
      <p:sp>
        <p:nvSpPr>
          <p:cNvPr id="158" name="CuadroTexto 25"/>
          <p:cNvSpPr/>
          <p:nvPr/>
        </p:nvSpPr>
        <p:spPr>
          <a:xfrm>
            <a:off x="6256440" y="5821560"/>
            <a:ext cx="51134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pPr>
            <a:r>
              <a:rPr lang="es-ES" sz="1200" b="0" u="sng" strike="noStrike" spc="-1">
                <a:solidFill>
                  <a:schemeClr val="lt1"/>
                </a:solidFill>
                <a:uFillTx/>
                <a:latin typeface="Arial"/>
                <a:ea typeface="Arial"/>
              </a:rPr>
              <a:t>Para todos los modelos vistos en esta presentación tenemos las versiones de clasificación y regresión en sklearn</a:t>
            </a:r>
            <a:endParaRPr lang="es-ES" sz="1200" b="0" strike="noStrike" spc="-1">
              <a:solidFill>
                <a:srgbClr val="FFFFFF"/>
              </a:solidFill>
              <a:latin typeface="Arial"/>
            </a:endParaRPr>
          </a:p>
        </p:txBody>
      </p:sp>
      <p:sp>
        <p:nvSpPr>
          <p:cNvPr id="2" name="Elipse 1">
            <a:extLst>
              <a:ext uri="{FF2B5EF4-FFF2-40B4-BE49-F238E27FC236}">
                <a16:creationId xmlns:a16="http://schemas.microsoft.com/office/drawing/2014/main" id="{C35AFB26-C81E-57DA-54E4-688F1407EBAF}"/>
              </a:ext>
            </a:extLst>
          </p:cNvPr>
          <p:cNvSpPr/>
          <p:nvPr/>
        </p:nvSpPr>
        <p:spPr>
          <a:xfrm>
            <a:off x="355491" y="1645003"/>
            <a:ext cx="7449566" cy="4831997"/>
          </a:xfrm>
          <a:prstGeom prst="ellipse">
            <a:avLst/>
          </a:prstGeom>
          <a:solidFill>
            <a:schemeClr val="lt1">
              <a:alpha val="0"/>
            </a:schemeClr>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3" name="CuadroTexto 2">
            <a:extLst>
              <a:ext uri="{FF2B5EF4-FFF2-40B4-BE49-F238E27FC236}">
                <a16:creationId xmlns:a16="http://schemas.microsoft.com/office/drawing/2014/main" id="{1538890F-FE69-FD4E-BACB-1DB50A778786}"/>
              </a:ext>
            </a:extLst>
          </p:cNvPr>
          <p:cNvSpPr txBox="1"/>
          <p:nvPr/>
        </p:nvSpPr>
        <p:spPr>
          <a:xfrm>
            <a:off x="5296337" y="1372722"/>
            <a:ext cx="1765783" cy="369332"/>
          </a:xfrm>
          <a:prstGeom prst="rect">
            <a:avLst/>
          </a:prstGeom>
          <a:noFill/>
        </p:spPr>
        <p:txBody>
          <a:bodyPr wrap="square" rtlCol="0">
            <a:spAutoFit/>
          </a:bodyPr>
          <a:lstStyle/>
          <a:p>
            <a:r>
              <a:rPr lang="es-ES" dirty="0" err="1">
                <a:solidFill>
                  <a:schemeClr val="bg1"/>
                </a:solidFill>
              </a:rPr>
              <a:t>Bagging</a:t>
            </a:r>
            <a:endParaRPr lang="es-ES"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lstStyle/>
          <a:p>
            <a:pPr indent="0" algn="ctr">
              <a:lnSpc>
                <a:spcPct val="90000"/>
              </a:lnSpc>
              <a:buNone/>
              <a:tabLst>
                <a:tab pos="0" algn="l"/>
              </a:tabLst>
            </a:pPr>
            <a:r>
              <a:rPr lang="en-GB" sz="4400" b="0" strike="noStrike" spc="-1">
                <a:solidFill>
                  <a:srgbClr val="FF0000"/>
                </a:solidFill>
                <a:latin typeface="Calibri"/>
                <a:ea typeface="Calibri"/>
              </a:rPr>
              <a:t>Votación</a:t>
            </a:r>
            <a:endParaRPr lang="es-ES" sz="44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Algoritmos de votación</a:t>
            </a:r>
            <a:endParaRPr lang="es-ES" sz="4400" b="0" strike="noStrike" spc="-1">
              <a:solidFill>
                <a:srgbClr val="000000"/>
              </a:solidFill>
              <a:latin typeface="Arial"/>
            </a:endParaRPr>
          </a:p>
        </p:txBody>
      </p:sp>
      <p:sp>
        <p:nvSpPr>
          <p:cNvPr id="161" name="CuadroTexto 2"/>
          <p:cNvSpPr/>
          <p:nvPr/>
        </p:nvSpPr>
        <p:spPr>
          <a:xfrm>
            <a:off x="2991600" y="1953000"/>
            <a:ext cx="268056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Votación</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Varios modelos trabajan en paralelo y se agregan sus outputs</a:t>
            </a:r>
            <a:endParaRPr lang="es-ES" sz="1100" b="0" strike="noStrike" spc="-1">
              <a:solidFill>
                <a:srgbClr val="FFFFFF"/>
              </a:solidFill>
              <a:latin typeface="Arial"/>
            </a:endParaRPr>
          </a:p>
        </p:txBody>
      </p:sp>
      <p:sp>
        <p:nvSpPr>
          <p:cNvPr id="162" name="CuadroTexto 12"/>
          <p:cNvSpPr/>
          <p:nvPr/>
        </p:nvSpPr>
        <p:spPr>
          <a:xfrm>
            <a:off x="1180800" y="2996640"/>
            <a:ext cx="315108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Mismos modelos</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Cada modelo del sistema de votación es del mismo tipo (DecissionTree, LogisticRegression…)</a:t>
            </a:r>
            <a:endParaRPr lang="es-ES" sz="1100" b="0" strike="noStrike" spc="-1">
              <a:solidFill>
                <a:srgbClr val="FFFFFF"/>
              </a:solidFill>
              <a:latin typeface="Arial"/>
            </a:endParaRPr>
          </a:p>
        </p:txBody>
      </p:sp>
      <p:sp>
        <p:nvSpPr>
          <p:cNvPr id="163" name="CuadroTexto 13"/>
          <p:cNvSpPr/>
          <p:nvPr/>
        </p:nvSpPr>
        <p:spPr>
          <a:xfrm>
            <a:off x="4332240" y="3016080"/>
            <a:ext cx="315108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Distintos modelos (Voting)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Se combinan modelos de varios tipos para conformar el sistema de votaciones</a:t>
            </a:r>
            <a:endParaRPr lang="es-ES" sz="1100" b="0" strike="noStrike" spc="-1">
              <a:solidFill>
                <a:srgbClr val="FFFFFF"/>
              </a:solidFill>
              <a:latin typeface="Arial"/>
            </a:endParaRPr>
          </a:p>
        </p:txBody>
      </p:sp>
      <p:sp>
        <p:nvSpPr>
          <p:cNvPr id="164" name="CuadroTexto 14"/>
          <p:cNvSpPr/>
          <p:nvPr/>
        </p:nvSpPr>
        <p:spPr>
          <a:xfrm>
            <a:off x="190800" y="4532760"/>
            <a:ext cx="256536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Bagging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El muestreo para los modelos del ensemble se realiza mediante reemplazamiento</a:t>
            </a:r>
            <a:endParaRPr lang="es-ES" sz="1100" b="0" strike="noStrike" spc="-1">
              <a:solidFill>
                <a:srgbClr val="FFFFFF"/>
              </a:solidFill>
              <a:latin typeface="Arial"/>
            </a:endParaRPr>
          </a:p>
        </p:txBody>
      </p:sp>
      <p:sp>
        <p:nvSpPr>
          <p:cNvPr id="165" name="CuadroTexto 15"/>
          <p:cNvSpPr/>
          <p:nvPr/>
        </p:nvSpPr>
        <p:spPr>
          <a:xfrm>
            <a:off x="2756520" y="4519800"/>
            <a:ext cx="2565360" cy="77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1200" b="1" strike="noStrike" spc="-1">
                <a:solidFill>
                  <a:schemeClr val="lt1"/>
                </a:solidFill>
                <a:latin typeface="Arial"/>
                <a:ea typeface="Arial"/>
              </a:rPr>
              <a:t>Pasting</a:t>
            </a:r>
            <a:endParaRPr lang="es-ES" sz="1200" b="0" strike="noStrike" spc="-1">
              <a:solidFill>
                <a:srgbClr val="FFFFFF"/>
              </a:solidFill>
              <a:latin typeface="Arial"/>
            </a:endParaRPr>
          </a:p>
          <a:p>
            <a:pPr algn="ctr">
              <a:lnSpc>
                <a:spcPct val="100000"/>
              </a:lnSpc>
            </a:pPr>
            <a:r>
              <a:rPr lang="es-ES" sz="1100" b="0" i="1" strike="noStrike" spc="-1">
                <a:solidFill>
                  <a:schemeClr val="lt1"/>
                </a:solidFill>
                <a:latin typeface="Arial"/>
                <a:ea typeface="Arial"/>
              </a:rPr>
              <a:t>El muestreo para los modelos del ensemble se realiza SIN mediante reemplazamiento</a:t>
            </a:r>
            <a:endParaRPr lang="es-ES" sz="1100" b="0" strike="noStrike" spc="-1">
              <a:solidFill>
                <a:srgbClr val="FFFFFF"/>
              </a:solidFill>
              <a:latin typeface="Arial"/>
            </a:endParaRPr>
          </a:p>
        </p:txBody>
      </p:sp>
      <p:cxnSp>
        <p:nvCxnSpPr>
          <p:cNvPr id="166" name="Conector recto de flecha 4"/>
          <p:cNvCxnSpPr/>
          <p:nvPr/>
        </p:nvCxnSpPr>
        <p:spPr>
          <a:xfrm flipH="1">
            <a:off x="2991600" y="2613600"/>
            <a:ext cx="905760" cy="252720"/>
          </a:xfrm>
          <a:prstGeom prst="straightConnector1">
            <a:avLst/>
          </a:prstGeom>
          <a:ln w="28575">
            <a:solidFill>
              <a:srgbClr val="FFFFFF">
                <a:lumMod val="95000"/>
              </a:srgbClr>
            </a:solidFill>
            <a:round/>
            <a:tailEnd type="triangle" w="med" len="med"/>
          </a:ln>
        </p:spPr>
      </p:cxnSp>
      <p:cxnSp>
        <p:nvCxnSpPr>
          <p:cNvPr id="167" name="Conector recto de flecha 19"/>
          <p:cNvCxnSpPr/>
          <p:nvPr/>
        </p:nvCxnSpPr>
        <p:spPr>
          <a:xfrm>
            <a:off x="5070240" y="2613600"/>
            <a:ext cx="602280" cy="298080"/>
          </a:xfrm>
          <a:prstGeom prst="straightConnector1">
            <a:avLst/>
          </a:prstGeom>
          <a:ln w="28575">
            <a:solidFill>
              <a:srgbClr val="FFFFFF">
                <a:lumMod val="95000"/>
              </a:srgbClr>
            </a:solidFill>
            <a:round/>
            <a:tailEnd type="triangle" w="med" len="med"/>
          </a:ln>
        </p:spPr>
      </p:cxnSp>
      <p:cxnSp>
        <p:nvCxnSpPr>
          <p:cNvPr id="168" name="Conector recto de flecha 21"/>
          <p:cNvCxnSpPr/>
          <p:nvPr/>
        </p:nvCxnSpPr>
        <p:spPr>
          <a:xfrm>
            <a:off x="3295080" y="3859200"/>
            <a:ext cx="602280" cy="555840"/>
          </a:xfrm>
          <a:prstGeom prst="straightConnector1">
            <a:avLst/>
          </a:prstGeom>
          <a:ln w="28575">
            <a:solidFill>
              <a:srgbClr val="FFFFFF">
                <a:lumMod val="95000"/>
              </a:srgbClr>
            </a:solidFill>
            <a:round/>
            <a:tailEnd type="triangle" w="med" len="med"/>
          </a:ln>
        </p:spPr>
      </p:cxnSp>
      <p:cxnSp>
        <p:nvCxnSpPr>
          <p:cNvPr id="169" name="Conector recto de flecha 23"/>
          <p:cNvCxnSpPr/>
          <p:nvPr/>
        </p:nvCxnSpPr>
        <p:spPr>
          <a:xfrm flipH="1">
            <a:off x="1473480" y="3821040"/>
            <a:ext cx="593640" cy="568440"/>
          </a:xfrm>
          <a:prstGeom prst="straightConnector1">
            <a:avLst/>
          </a:prstGeom>
          <a:ln w="28575">
            <a:solidFill>
              <a:srgbClr val="FFFFFF">
                <a:lumMod val="95000"/>
              </a:srgbClr>
            </a:solidFill>
            <a:round/>
            <a:tailEnd type="triangle" w="med" len="med"/>
          </a:ln>
        </p:spPr>
      </p:cxnSp>
      <p:sp>
        <p:nvSpPr>
          <p:cNvPr id="170" name="Google Shape;199;ga1f93e0ce7_0_93"/>
          <p:cNvSpPr/>
          <p:nvPr/>
        </p:nvSpPr>
        <p:spPr>
          <a:xfrm>
            <a:off x="7981200" y="1653480"/>
            <a:ext cx="3010680" cy="38682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a:lnSpc>
                <a:spcPct val="100000"/>
              </a:lnSpc>
              <a:tabLst>
                <a:tab pos="0" algn="l"/>
              </a:tabLst>
            </a:pPr>
            <a:r>
              <a:rPr lang="es-ES" sz="1600" b="1" u="sng" strike="noStrike" spc="-1">
                <a:solidFill>
                  <a:schemeClr val="lt1"/>
                </a:solidFill>
                <a:uFillTx/>
                <a:latin typeface="Calibri"/>
                <a:ea typeface="Calibri"/>
              </a:rPr>
              <a:t>Sklearn</a:t>
            </a:r>
            <a:endParaRPr lang="es-ES" sz="1600" b="0" strike="noStrike" spc="-1">
              <a:solidFill>
                <a:srgbClr val="FFFFFF"/>
              </a:solidFill>
              <a:latin typeface="Arial"/>
            </a:endParaRPr>
          </a:p>
          <a:p>
            <a:pPr algn="ctr">
              <a:lnSpc>
                <a:spcPct val="100000"/>
              </a:lnSpc>
              <a:tabLst>
                <a:tab pos="0" algn="l"/>
              </a:tabLst>
            </a:pPr>
            <a:r>
              <a:rPr lang="es-ES" sz="1600" b="0" i="1" strike="noStrike" spc="-1">
                <a:solidFill>
                  <a:schemeClr val="lt1"/>
                </a:solidFill>
                <a:latin typeface="Calibri"/>
                <a:ea typeface="Calibri"/>
              </a:rPr>
              <a:t>Voting</a:t>
            </a:r>
            <a:endParaRPr lang="es-ES" sz="16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VotingClassifier</a:t>
            </a:r>
            <a:endParaRPr lang="es-ES" sz="12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VotingRegressor</a:t>
            </a: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r>
              <a:rPr lang="es-ES" sz="1600" b="0" i="1" strike="noStrike" spc="-1">
                <a:solidFill>
                  <a:schemeClr val="lt1"/>
                </a:solidFill>
                <a:latin typeface="Calibri"/>
                <a:ea typeface="Calibri"/>
              </a:rPr>
              <a:t>Bagging</a:t>
            </a:r>
            <a:endParaRPr lang="es-ES" sz="16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BaggingClassifier</a:t>
            </a:r>
            <a:endParaRPr lang="es-ES" sz="12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BaggingRegressor</a:t>
            </a: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RandomForestClassifier</a:t>
            </a:r>
            <a:endParaRPr lang="es-ES" sz="12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RandomForestRegressor</a:t>
            </a: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r>
              <a:rPr lang="es-ES" sz="1600" b="0" i="1" strike="noStrike" spc="-1">
                <a:solidFill>
                  <a:schemeClr val="lt1"/>
                </a:solidFill>
                <a:latin typeface="Calibri"/>
                <a:ea typeface="Calibri"/>
              </a:rPr>
              <a:t>Pasting</a:t>
            </a:r>
            <a:endParaRPr lang="es-ES" sz="16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BaggingClassifier</a:t>
            </a:r>
            <a:endParaRPr lang="es-ES" sz="1200" b="0" strike="noStrike" spc="-1">
              <a:solidFill>
                <a:srgbClr val="FFFFFF"/>
              </a:solidFill>
              <a:latin typeface="Arial"/>
            </a:endParaRPr>
          </a:p>
          <a:p>
            <a:pPr algn="ctr">
              <a:lnSpc>
                <a:spcPct val="100000"/>
              </a:lnSpc>
              <a:tabLst>
                <a:tab pos="0" algn="l"/>
              </a:tabLst>
            </a:pPr>
            <a:r>
              <a:rPr lang="es-ES" sz="1200" b="0" strike="noStrike" spc="-1">
                <a:solidFill>
                  <a:schemeClr val="lt1"/>
                </a:solidFill>
                <a:latin typeface="Calibri"/>
                <a:ea typeface="Calibri"/>
              </a:rPr>
              <a:t>BaggingRegressor</a:t>
            </a: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a:p>
            <a:pPr algn="ctr">
              <a:lnSpc>
                <a:spcPct val="100000"/>
              </a:lnSpc>
              <a:tabLst>
                <a:tab pos="0" algn="l"/>
              </a:tabLst>
            </a:pPr>
            <a:endParaRPr lang="es-ES" sz="1200" b="0" strike="noStrike" spc="-1">
              <a:solidFill>
                <a:srgbClr val="FFFFFF"/>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18320" y="535680"/>
            <a:ext cx="88498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¿Cómo se realizan las predicciones?</a:t>
            </a:r>
            <a:endParaRPr lang="es-ES" sz="4400" b="0" strike="noStrike" spc="-1">
              <a:solidFill>
                <a:srgbClr val="000000"/>
              </a:solidFill>
              <a:latin typeface="Arial"/>
            </a:endParaRPr>
          </a:p>
        </p:txBody>
      </p:sp>
      <p:sp>
        <p:nvSpPr>
          <p:cNvPr id="172" name="CuadroTexto 2"/>
          <p:cNvSpPr/>
          <p:nvPr/>
        </p:nvSpPr>
        <p:spPr>
          <a:xfrm>
            <a:off x="855720" y="1813320"/>
            <a:ext cx="2680560" cy="44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1200" b="1" strike="noStrike" spc="-1">
                <a:solidFill>
                  <a:schemeClr val="lt1"/>
                </a:solidFill>
                <a:latin typeface="Arial"/>
                <a:ea typeface="Arial"/>
              </a:rPr>
              <a:t>Clasificación – Hard voting</a:t>
            </a:r>
            <a:endParaRPr lang="es-ES" sz="1200" b="0" strike="noStrike" spc="-1">
              <a:solidFill>
                <a:srgbClr val="FFFFFF"/>
              </a:solidFill>
              <a:latin typeface="Arial"/>
            </a:endParaRPr>
          </a:p>
          <a:p>
            <a:pPr>
              <a:lnSpc>
                <a:spcPct val="100000"/>
              </a:lnSpc>
            </a:pPr>
            <a:r>
              <a:rPr lang="es-ES" sz="1100" b="0" i="1" strike="noStrike" spc="-1">
                <a:solidFill>
                  <a:schemeClr val="lt1"/>
                </a:solidFill>
                <a:latin typeface="Arial"/>
                <a:ea typeface="Arial"/>
              </a:rPr>
              <a:t>Se calcula la moda</a:t>
            </a:r>
            <a:endParaRPr lang="es-ES" sz="1100" b="0" strike="noStrike" spc="-1">
              <a:solidFill>
                <a:srgbClr val="FFFFFF"/>
              </a:solidFill>
              <a:latin typeface="Arial"/>
            </a:endParaRPr>
          </a:p>
        </p:txBody>
      </p:sp>
      <p:sp>
        <p:nvSpPr>
          <p:cNvPr id="173" name="CuadroTexto 16"/>
          <p:cNvSpPr/>
          <p:nvPr/>
        </p:nvSpPr>
        <p:spPr>
          <a:xfrm>
            <a:off x="7113600" y="1780920"/>
            <a:ext cx="304020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1200" b="1" strike="noStrike" spc="-1">
                <a:solidFill>
                  <a:schemeClr val="lt1"/>
                </a:solidFill>
                <a:latin typeface="Arial"/>
                <a:ea typeface="Arial"/>
              </a:rPr>
              <a:t>Clasificación – Soft Voting</a:t>
            </a:r>
            <a:endParaRPr lang="es-ES" sz="1200" b="0" strike="noStrike" spc="-1">
              <a:solidFill>
                <a:srgbClr val="FFFFFF"/>
              </a:solidFill>
              <a:latin typeface="Arial"/>
            </a:endParaRPr>
          </a:p>
          <a:p>
            <a:pPr>
              <a:lnSpc>
                <a:spcPct val="100000"/>
              </a:lnSpc>
            </a:pPr>
            <a:r>
              <a:rPr lang="es-ES" sz="1100" b="0" i="1" strike="noStrike" spc="-1">
                <a:solidFill>
                  <a:schemeClr val="lt1"/>
                </a:solidFill>
                <a:latin typeface="Arial"/>
                <a:ea typeface="Arial"/>
              </a:rPr>
              <a:t>La clase que tenga la probabilidad más alta dentro de los outputs de todos los modelos</a:t>
            </a:r>
            <a:endParaRPr lang="es-ES" sz="1100" b="0" strike="noStrike" spc="-1">
              <a:solidFill>
                <a:srgbClr val="FFFFFF"/>
              </a:solidFill>
              <a:latin typeface="Arial"/>
            </a:endParaRPr>
          </a:p>
        </p:txBody>
      </p:sp>
      <p:sp>
        <p:nvSpPr>
          <p:cNvPr id="174" name="CuadroTexto 18"/>
          <p:cNvSpPr/>
          <p:nvPr/>
        </p:nvSpPr>
        <p:spPr>
          <a:xfrm>
            <a:off x="4114080" y="4291560"/>
            <a:ext cx="2680560" cy="6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s-ES" sz="1200" b="1" strike="noStrike" spc="-1">
                <a:solidFill>
                  <a:schemeClr val="lt1"/>
                </a:solidFill>
                <a:latin typeface="Arial"/>
                <a:ea typeface="Arial"/>
              </a:rPr>
              <a:t>Regresión</a:t>
            </a:r>
            <a:endParaRPr lang="es-ES" sz="1200" b="0" strike="noStrike" spc="-1">
              <a:solidFill>
                <a:srgbClr val="FFFFFF"/>
              </a:solidFill>
              <a:latin typeface="Arial"/>
            </a:endParaRPr>
          </a:p>
          <a:p>
            <a:pPr>
              <a:lnSpc>
                <a:spcPct val="100000"/>
              </a:lnSpc>
            </a:pPr>
            <a:r>
              <a:rPr lang="es-ES" sz="1100" b="0" i="1" strike="noStrike" spc="-1">
                <a:solidFill>
                  <a:schemeClr val="lt1"/>
                </a:solidFill>
                <a:latin typeface="Arial"/>
                <a:ea typeface="Arial"/>
              </a:rPr>
              <a:t>Se calcula la media de todos los outputs</a:t>
            </a:r>
            <a:endParaRPr lang="es-ES" sz="1100" b="0" strike="noStrike" spc="-1">
              <a:solidFill>
                <a:srgbClr val="FFFFFF"/>
              </a:solidFill>
              <a:latin typeface="Arial"/>
            </a:endParaRPr>
          </a:p>
        </p:txBody>
      </p:sp>
      <p:sp>
        <p:nvSpPr>
          <p:cNvPr id="175" name="Rectángulo 1"/>
          <p:cNvSpPr/>
          <p:nvPr/>
        </p:nvSpPr>
        <p:spPr>
          <a:xfrm>
            <a:off x="93564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1</a:t>
            </a:r>
            <a:endParaRPr lang="es-ES" sz="1000" b="0" strike="noStrike" spc="-1">
              <a:solidFill>
                <a:srgbClr val="FFFFFF"/>
              </a:solidFill>
              <a:latin typeface="Arial"/>
            </a:endParaRPr>
          </a:p>
        </p:txBody>
      </p:sp>
      <p:sp>
        <p:nvSpPr>
          <p:cNvPr id="176" name="Rectángulo 20"/>
          <p:cNvSpPr/>
          <p:nvPr/>
        </p:nvSpPr>
        <p:spPr>
          <a:xfrm>
            <a:off x="175248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2</a:t>
            </a:r>
            <a:endParaRPr lang="es-ES" sz="1000" b="0" strike="noStrike" spc="-1">
              <a:solidFill>
                <a:srgbClr val="FFFFFF"/>
              </a:solidFill>
              <a:latin typeface="Arial"/>
            </a:endParaRPr>
          </a:p>
        </p:txBody>
      </p:sp>
      <p:sp>
        <p:nvSpPr>
          <p:cNvPr id="177" name="Rectángulo 22"/>
          <p:cNvSpPr/>
          <p:nvPr/>
        </p:nvSpPr>
        <p:spPr>
          <a:xfrm>
            <a:off x="256932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3</a:t>
            </a:r>
            <a:endParaRPr lang="es-ES" sz="1000" b="0" strike="noStrike" spc="-1">
              <a:solidFill>
                <a:srgbClr val="FFFFFF"/>
              </a:solidFill>
              <a:latin typeface="Arial"/>
            </a:endParaRPr>
          </a:p>
        </p:txBody>
      </p:sp>
      <p:sp>
        <p:nvSpPr>
          <p:cNvPr id="178" name="Rectángulo 24"/>
          <p:cNvSpPr/>
          <p:nvPr/>
        </p:nvSpPr>
        <p:spPr>
          <a:xfrm>
            <a:off x="3386160" y="242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4</a:t>
            </a:r>
            <a:endParaRPr lang="es-ES" sz="1000" b="0" strike="noStrike" spc="-1">
              <a:solidFill>
                <a:srgbClr val="FFFFFF"/>
              </a:solidFill>
              <a:latin typeface="Arial"/>
            </a:endParaRPr>
          </a:p>
        </p:txBody>
      </p:sp>
      <p:cxnSp>
        <p:nvCxnSpPr>
          <p:cNvPr id="179" name="Conector recto de flecha 5"/>
          <p:cNvCxnSpPr/>
          <p:nvPr/>
        </p:nvCxnSpPr>
        <p:spPr>
          <a:xfrm>
            <a:off x="1299600" y="2754000"/>
            <a:ext cx="360" cy="234000"/>
          </a:xfrm>
          <a:prstGeom prst="straightConnector1">
            <a:avLst/>
          </a:prstGeom>
          <a:ln>
            <a:solidFill>
              <a:srgbClr val="F90000"/>
            </a:solidFill>
            <a:round/>
            <a:tailEnd type="triangle" w="med" len="med"/>
          </a:ln>
        </p:spPr>
      </p:cxnSp>
      <p:sp>
        <p:nvSpPr>
          <p:cNvPr id="180" name="CuadroTexto 6"/>
          <p:cNvSpPr/>
          <p:nvPr/>
        </p:nvSpPr>
        <p:spPr>
          <a:xfrm>
            <a:off x="1020240" y="303228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Correo SPAM</a:t>
            </a:r>
            <a:endParaRPr lang="es-ES" sz="800" b="0" strike="noStrike" spc="-1">
              <a:solidFill>
                <a:srgbClr val="FFFFFF"/>
              </a:solidFill>
              <a:latin typeface="Arial"/>
            </a:endParaRPr>
          </a:p>
        </p:txBody>
      </p:sp>
      <p:sp>
        <p:nvSpPr>
          <p:cNvPr id="181" name="CuadroTexto 25"/>
          <p:cNvSpPr/>
          <p:nvPr/>
        </p:nvSpPr>
        <p:spPr>
          <a:xfrm>
            <a:off x="1836720" y="303228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Correo SPAM</a:t>
            </a:r>
            <a:endParaRPr lang="es-ES" sz="800" b="0" strike="noStrike" spc="-1">
              <a:solidFill>
                <a:srgbClr val="FFFFFF"/>
              </a:solidFill>
              <a:latin typeface="Arial"/>
            </a:endParaRPr>
          </a:p>
        </p:txBody>
      </p:sp>
      <p:sp>
        <p:nvSpPr>
          <p:cNvPr id="182" name="CuadroTexto 26"/>
          <p:cNvSpPr/>
          <p:nvPr/>
        </p:nvSpPr>
        <p:spPr>
          <a:xfrm>
            <a:off x="2653560" y="303552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Correo SPAM</a:t>
            </a:r>
            <a:endParaRPr lang="es-ES" sz="800" b="0" strike="noStrike" spc="-1">
              <a:solidFill>
                <a:srgbClr val="FFFFFF"/>
              </a:solidFill>
              <a:latin typeface="Arial"/>
            </a:endParaRPr>
          </a:p>
        </p:txBody>
      </p:sp>
      <p:sp>
        <p:nvSpPr>
          <p:cNvPr id="183" name="CuadroTexto 27"/>
          <p:cNvSpPr/>
          <p:nvPr/>
        </p:nvSpPr>
        <p:spPr>
          <a:xfrm>
            <a:off x="3470400" y="3024360"/>
            <a:ext cx="559080" cy="45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Correo NO SPAM</a:t>
            </a:r>
            <a:endParaRPr lang="es-ES" sz="800" b="0" strike="noStrike" spc="-1">
              <a:solidFill>
                <a:srgbClr val="FFFFFF"/>
              </a:solidFill>
              <a:latin typeface="Arial"/>
            </a:endParaRPr>
          </a:p>
        </p:txBody>
      </p:sp>
      <p:cxnSp>
        <p:nvCxnSpPr>
          <p:cNvPr id="184" name="Conector recto de flecha 28"/>
          <p:cNvCxnSpPr/>
          <p:nvPr/>
        </p:nvCxnSpPr>
        <p:spPr>
          <a:xfrm>
            <a:off x="2116440" y="2754000"/>
            <a:ext cx="360" cy="243000"/>
          </a:xfrm>
          <a:prstGeom prst="straightConnector1">
            <a:avLst/>
          </a:prstGeom>
          <a:ln>
            <a:solidFill>
              <a:srgbClr val="F90000"/>
            </a:solidFill>
            <a:round/>
            <a:tailEnd type="triangle" w="med" len="med"/>
          </a:ln>
        </p:spPr>
      </p:cxnSp>
      <p:cxnSp>
        <p:nvCxnSpPr>
          <p:cNvPr id="185" name="Conector recto de flecha 29"/>
          <p:cNvCxnSpPr/>
          <p:nvPr/>
        </p:nvCxnSpPr>
        <p:spPr>
          <a:xfrm>
            <a:off x="2932920" y="2754000"/>
            <a:ext cx="360" cy="243000"/>
          </a:xfrm>
          <a:prstGeom prst="straightConnector1">
            <a:avLst/>
          </a:prstGeom>
          <a:ln>
            <a:solidFill>
              <a:srgbClr val="F90000"/>
            </a:solidFill>
            <a:round/>
            <a:tailEnd type="triangle" w="med" len="med"/>
          </a:ln>
        </p:spPr>
      </p:cxnSp>
      <p:cxnSp>
        <p:nvCxnSpPr>
          <p:cNvPr id="186" name="Conector recto de flecha 30"/>
          <p:cNvCxnSpPr/>
          <p:nvPr/>
        </p:nvCxnSpPr>
        <p:spPr>
          <a:xfrm>
            <a:off x="3749760" y="2754000"/>
            <a:ext cx="360" cy="252000"/>
          </a:xfrm>
          <a:prstGeom prst="straightConnector1">
            <a:avLst/>
          </a:prstGeom>
          <a:ln>
            <a:solidFill>
              <a:srgbClr val="F90000"/>
            </a:solidFill>
            <a:round/>
            <a:tailEnd type="triangle" w="med" len="med"/>
          </a:ln>
        </p:spPr>
      </p:cxnSp>
      <p:sp>
        <p:nvSpPr>
          <p:cNvPr id="187" name="Abrir llave 8"/>
          <p:cNvSpPr/>
          <p:nvPr/>
        </p:nvSpPr>
        <p:spPr>
          <a:xfrm rot="16200000">
            <a:off x="2362680" y="2067120"/>
            <a:ext cx="292680" cy="304020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a:lnSpc>
                <a:spcPct val="100000"/>
              </a:lnSpc>
            </a:pPr>
            <a:endParaRPr lang="es-ES" sz="1400" b="0" strike="noStrike" spc="-1">
              <a:solidFill>
                <a:schemeClr val="dk1"/>
              </a:solidFill>
              <a:latin typeface="Arial"/>
              <a:ea typeface="Arial"/>
            </a:endParaRPr>
          </a:p>
        </p:txBody>
      </p:sp>
      <p:sp>
        <p:nvSpPr>
          <p:cNvPr id="188" name="CuadroTexto 31"/>
          <p:cNvSpPr/>
          <p:nvPr/>
        </p:nvSpPr>
        <p:spPr>
          <a:xfrm>
            <a:off x="1683720" y="3768120"/>
            <a:ext cx="165096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Output final -&gt; Moda</a:t>
            </a:r>
            <a:endParaRPr lang="es-ES" sz="800" b="0" strike="noStrike" spc="-1">
              <a:solidFill>
                <a:srgbClr val="FFFFFF"/>
              </a:solidFill>
              <a:latin typeface="Arial"/>
            </a:endParaRPr>
          </a:p>
          <a:p>
            <a:pPr algn="ctr">
              <a:lnSpc>
                <a:spcPct val="100000"/>
              </a:lnSpc>
            </a:pPr>
            <a:r>
              <a:rPr lang="es-ES" sz="800" b="0" strike="noStrike" spc="-1">
                <a:solidFill>
                  <a:schemeClr val="lt1"/>
                </a:solidFill>
                <a:latin typeface="Arial"/>
                <a:ea typeface="Arial"/>
              </a:rPr>
              <a:t>Correo SPAM</a:t>
            </a:r>
            <a:endParaRPr lang="es-ES" sz="800" b="0" strike="noStrike" spc="-1">
              <a:solidFill>
                <a:srgbClr val="FFFFFF"/>
              </a:solidFill>
              <a:latin typeface="Arial"/>
            </a:endParaRPr>
          </a:p>
        </p:txBody>
      </p:sp>
      <p:sp>
        <p:nvSpPr>
          <p:cNvPr id="189" name="Rectángulo 64"/>
          <p:cNvSpPr/>
          <p:nvPr/>
        </p:nvSpPr>
        <p:spPr>
          <a:xfrm>
            <a:off x="720216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1</a:t>
            </a:r>
            <a:endParaRPr lang="es-ES" sz="1000" b="0" strike="noStrike" spc="-1">
              <a:solidFill>
                <a:srgbClr val="FFFFFF"/>
              </a:solidFill>
              <a:latin typeface="Arial"/>
            </a:endParaRPr>
          </a:p>
        </p:txBody>
      </p:sp>
      <p:sp>
        <p:nvSpPr>
          <p:cNvPr id="190" name="Rectángulo 65"/>
          <p:cNvSpPr/>
          <p:nvPr/>
        </p:nvSpPr>
        <p:spPr>
          <a:xfrm>
            <a:off x="801900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2</a:t>
            </a:r>
            <a:endParaRPr lang="es-ES" sz="1000" b="0" strike="noStrike" spc="-1">
              <a:solidFill>
                <a:srgbClr val="FFFFFF"/>
              </a:solidFill>
              <a:latin typeface="Arial"/>
            </a:endParaRPr>
          </a:p>
        </p:txBody>
      </p:sp>
      <p:sp>
        <p:nvSpPr>
          <p:cNvPr id="191" name="Rectángulo 66"/>
          <p:cNvSpPr/>
          <p:nvPr/>
        </p:nvSpPr>
        <p:spPr>
          <a:xfrm>
            <a:off x="883584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3</a:t>
            </a:r>
            <a:endParaRPr lang="es-ES" sz="1000" b="0" strike="noStrike" spc="-1">
              <a:solidFill>
                <a:srgbClr val="FFFFFF"/>
              </a:solidFill>
              <a:latin typeface="Arial"/>
            </a:endParaRPr>
          </a:p>
        </p:txBody>
      </p:sp>
      <p:sp>
        <p:nvSpPr>
          <p:cNvPr id="192" name="Rectángulo 67"/>
          <p:cNvSpPr/>
          <p:nvPr/>
        </p:nvSpPr>
        <p:spPr>
          <a:xfrm>
            <a:off x="9652680" y="251892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4</a:t>
            </a:r>
            <a:endParaRPr lang="es-ES" sz="1000" b="0" strike="noStrike" spc="-1">
              <a:solidFill>
                <a:srgbClr val="FFFFFF"/>
              </a:solidFill>
              <a:latin typeface="Arial"/>
            </a:endParaRPr>
          </a:p>
        </p:txBody>
      </p:sp>
      <p:cxnSp>
        <p:nvCxnSpPr>
          <p:cNvPr id="193" name="Conector recto de flecha 68"/>
          <p:cNvCxnSpPr/>
          <p:nvPr/>
        </p:nvCxnSpPr>
        <p:spPr>
          <a:xfrm>
            <a:off x="7566120" y="2844360"/>
            <a:ext cx="360" cy="234000"/>
          </a:xfrm>
          <a:prstGeom prst="straightConnector1">
            <a:avLst/>
          </a:prstGeom>
          <a:ln>
            <a:solidFill>
              <a:srgbClr val="F90000"/>
            </a:solidFill>
            <a:round/>
            <a:tailEnd type="triangle" w="med" len="med"/>
          </a:ln>
        </p:spPr>
      </p:cxnSp>
      <p:sp>
        <p:nvSpPr>
          <p:cNvPr id="194" name="CuadroTexto 69"/>
          <p:cNvSpPr/>
          <p:nvPr/>
        </p:nvSpPr>
        <p:spPr>
          <a:xfrm>
            <a:off x="7286760" y="31222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79%</a:t>
            </a:r>
            <a:endParaRPr lang="es-ES" sz="800" b="0" strike="noStrike" spc="-1">
              <a:solidFill>
                <a:srgbClr val="FFFFFF"/>
              </a:solidFill>
              <a:latin typeface="Arial"/>
            </a:endParaRPr>
          </a:p>
        </p:txBody>
      </p:sp>
      <p:sp>
        <p:nvSpPr>
          <p:cNvPr id="195" name="CuadroTexto 70"/>
          <p:cNvSpPr/>
          <p:nvPr/>
        </p:nvSpPr>
        <p:spPr>
          <a:xfrm>
            <a:off x="8103240" y="31222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71%</a:t>
            </a:r>
            <a:endParaRPr lang="es-ES" sz="800" b="0" strike="noStrike" spc="-1">
              <a:solidFill>
                <a:srgbClr val="FFFFFF"/>
              </a:solidFill>
              <a:latin typeface="Arial"/>
            </a:endParaRPr>
          </a:p>
        </p:txBody>
      </p:sp>
      <p:sp>
        <p:nvSpPr>
          <p:cNvPr id="196" name="CuadroTexto 71"/>
          <p:cNvSpPr/>
          <p:nvPr/>
        </p:nvSpPr>
        <p:spPr>
          <a:xfrm>
            <a:off x="8920080" y="31258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20%</a:t>
            </a:r>
            <a:endParaRPr lang="es-ES" sz="800" b="0" strike="noStrike" spc="-1">
              <a:solidFill>
                <a:srgbClr val="FFFFFF"/>
              </a:solidFill>
              <a:latin typeface="Arial"/>
            </a:endParaRPr>
          </a:p>
        </p:txBody>
      </p:sp>
      <p:sp>
        <p:nvSpPr>
          <p:cNvPr id="197" name="CuadroTexto 72"/>
          <p:cNvSpPr/>
          <p:nvPr/>
        </p:nvSpPr>
        <p:spPr>
          <a:xfrm>
            <a:off x="9736920" y="311472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85%</a:t>
            </a:r>
            <a:endParaRPr lang="es-ES" sz="800" b="0" strike="noStrike" spc="-1">
              <a:solidFill>
                <a:srgbClr val="FFFFFF"/>
              </a:solidFill>
              <a:latin typeface="Arial"/>
            </a:endParaRPr>
          </a:p>
        </p:txBody>
      </p:sp>
      <p:cxnSp>
        <p:nvCxnSpPr>
          <p:cNvPr id="198" name="Conector recto de flecha 73"/>
          <p:cNvCxnSpPr/>
          <p:nvPr/>
        </p:nvCxnSpPr>
        <p:spPr>
          <a:xfrm>
            <a:off x="8382960" y="2844360"/>
            <a:ext cx="360" cy="243000"/>
          </a:xfrm>
          <a:prstGeom prst="straightConnector1">
            <a:avLst/>
          </a:prstGeom>
          <a:ln>
            <a:solidFill>
              <a:srgbClr val="F90000"/>
            </a:solidFill>
            <a:round/>
            <a:tailEnd type="triangle" w="med" len="med"/>
          </a:ln>
        </p:spPr>
      </p:cxnSp>
      <p:cxnSp>
        <p:nvCxnSpPr>
          <p:cNvPr id="199" name="Conector recto de flecha 74"/>
          <p:cNvCxnSpPr/>
          <p:nvPr/>
        </p:nvCxnSpPr>
        <p:spPr>
          <a:xfrm>
            <a:off x="9199440" y="2844360"/>
            <a:ext cx="360" cy="243000"/>
          </a:xfrm>
          <a:prstGeom prst="straightConnector1">
            <a:avLst/>
          </a:prstGeom>
          <a:ln>
            <a:solidFill>
              <a:srgbClr val="F90000"/>
            </a:solidFill>
            <a:round/>
            <a:tailEnd type="triangle" w="med" len="med"/>
          </a:ln>
        </p:spPr>
      </p:cxnSp>
      <p:cxnSp>
        <p:nvCxnSpPr>
          <p:cNvPr id="200" name="Conector recto de flecha 75"/>
          <p:cNvCxnSpPr/>
          <p:nvPr/>
        </p:nvCxnSpPr>
        <p:spPr>
          <a:xfrm>
            <a:off x="10016280" y="2844360"/>
            <a:ext cx="360" cy="251640"/>
          </a:xfrm>
          <a:prstGeom prst="straightConnector1">
            <a:avLst/>
          </a:prstGeom>
          <a:ln>
            <a:solidFill>
              <a:srgbClr val="F90000"/>
            </a:solidFill>
            <a:round/>
            <a:tailEnd type="triangle" w="med" len="med"/>
          </a:ln>
        </p:spPr>
      </p:cxnSp>
      <p:sp>
        <p:nvSpPr>
          <p:cNvPr id="201" name="Abrir llave 76"/>
          <p:cNvSpPr/>
          <p:nvPr/>
        </p:nvSpPr>
        <p:spPr>
          <a:xfrm rot="16200000">
            <a:off x="8629200" y="2355120"/>
            <a:ext cx="292680" cy="304020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a:lnSpc>
                <a:spcPct val="100000"/>
              </a:lnSpc>
            </a:pPr>
            <a:endParaRPr lang="es-ES" sz="1400" b="0" strike="noStrike" spc="-1">
              <a:solidFill>
                <a:schemeClr val="dk1"/>
              </a:solidFill>
              <a:latin typeface="Arial"/>
              <a:ea typeface="Arial"/>
            </a:endParaRPr>
          </a:p>
        </p:txBody>
      </p:sp>
      <p:sp>
        <p:nvSpPr>
          <p:cNvPr id="202" name="CuadroTexto 77"/>
          <p:cNvSpPr/>
          <p:nvPr/>
        </p:nvSpPr>
        <p:spPr>
          <a:xfrm>
            <a:off x="7950240" y="4055760"/>
            <a:ext cx="165096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Output final -&gt; Max de la media</a:t>
            </a:r>
            <a:endParaRPr lang="es-ES" sz="800" b="0" strike="noStrike" spc="-1">
              <a:solidFill>
                <a:srgbClr val="FFFFFF"/>
              </a:solidFill>
              <a:latin typeface="Arial"/>
            </a:endParaRPr>
          </a:p>
          <a:p>
            <a:pPr algn="ctr">
              <a:lnSpc>
                <a:spcPct val="100000"/>
              </a:lnSpc>
            </a:pPr>
            <a:r>
              <a:rPr lang="es-ES" sz="800" b="0" strike="noStrike" spc="-1">
                <a:solidFill>
                  <a:schemeClr val="lt1"/>
                </a:solidFill>
                <a:latin typeface="Arial"/>
                <a:ea typeface="Arial"/>
              </a:rPr>
              <a:t>Correo SPAM</a:t>
            </a:r>
            <a:endParaRPr lang="es-ES" sz="800" b="0" strike="noStrike" spc="-1">
              <a:solidFill>
                <a:srgbClr val="FFFFFF"/>
              </a:solidFill>
              <a:latin typeface="Arial"/>
            </a:endParaRPr>
          </a:p>
        </p:txBody>
      </p:sp>
      <p:sp>
        <p:nvSpPr>
          <p:cNvPr id="203" name="CuadroTexto 78"/>
          <p:cNvSpPr/>
          <p:nvPr/>
        </p:nvSpPr>
        <p:spPr>
          <a:xfrm>
            <a:off x="6727320" y="313956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SPAM</a:t>
            </a:r>
            <a:endParaRPr lang="es-ES" sz="800" b="0" strike="noStrike" spc="-1">
              <a:solidFill>
                <a:srgbClr val="FFFFFF"/>
              </a:solidFill>
              <a:latin typeface="Arial"/>
            </a:endParaRPr>
          </a:p>
        </p:txBody>
      </p:sp>
      <p:sp>
        <p:nvSpPr>
          <p:cNvPr id="204" name="CuadroTexto 79"/>
          <p:cNvSpPr/>
          <p:nvPr/>
        </p:nvSpPr>
        <p:spPr>
          <a:xfrm>
            <a:off x="6625080" y="3382200"/>
            <a:ext cx="66096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NO SPAM</a:t>
            </a:r>
            <a:endParaRPr lang="es-ES" sz="800" b="0" strike="noStrike" spc="-1">
              <a:solidFill>
                <a:srgbClr val="FFFFFF"/>
              </a:solidFill>
              <a:latin typeface="Arial"/>
            </a:endParaRPr>
          </a:p>
        </p:txBody>
      </p:sp>
      <p:sp>
        <p:nvSpPr>
          <p:cNvPr id="205" name="CuadroTexto 80"/>
          <p:cNvSpPr/>
          <p:nvPr/>
        </p:nvSpPr>
        <p:spPr>
          <a:xfrm>
            <a:off x="7302240" y="338220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21%</a:t>
            </a:r>
            <a:endParaRPr lang="es-ES" sz="800" b="0" strike="noStrike" spc="-1">
              <a:solidFill>
                <a:srgbClr val="FFFFFF"/>
              </a:solidFill>
              <a:latin typeface="Arial"/>
            </a:endParaRPr>
          </a:p>
        </p:txBody>
      </p:sp>
      <p:sp>
        <p:nvSpPr>
          <p:cNvPr id="206" name="CuadroTexto 81"/>
          <p:cNvSpPr/>
          <p:nvPr/>
        </p:nvSpPr>
        <p:spPr>
          <a:xfrm>
            <a:off x="8915760" y="338220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80%</a:t>
            </a:r>
            <a:endParaRPr lang="es-ES" sz="800" b="0" strike="noStrike" spc="-1">
              <a:solidFill>
                <a:srgbClr val="FFFFFF"/>
              </a:solidFill>
              <a:latin typeface="Arial"/>
            </a:endParaRPr>
          </a:p>
        </p:txBody>
      </p:sp>
      <p:sp>
        <p:nvSpPr>
          <p:cNvPr id="207" name="CuadroTexto 82"/>
          <p:cNvSpPr/>
          <p:nvPr/>
        </p:nvSpPr>
        <p:spPr>
          <a:xfrm>
            <a:off x="8105760" y="33724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29%</a:t>
            </a:r>
            <a:endParaRPr lang="es-ES" sz="800" b="0" strike="noStrike" spc="-1">
              <a:solidFill>
                <a:srgbClr val="FFFFFF"/>
              </a:solidFill>
              <a:latin typeface="Arial"/>
            </a:endParaRPr>
          </a:p>
        </p:txBody>
      </p:sp>
      <p:sp>
        <p:nvSpPr>
          <p:cNvPr id="208" name="CuadroTexto 83"/>
          <p:cNvSpPr/>
          <p:nvPr/>
        </p:nvSpPr>
        <p:spPr>
          <a:xfrm>
            <a:off x="9736920" y="33724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15%</a:t>
            </a:r>
            <a:endParaRPr lang="es-ES" sz="800" b="0" strike="noStrike" spc="-1">
              <a:solidFill>
                <a:srgbClr val="FFFFFF"/>
              </a:solidFill>
              <a:latin typeface="Arial"/>
            </a:endParaRPr>
          </a:p>
        </p:txBody>
      </p:sp>
      <p:sp>
        <p:nvSpPr>
          <p:cNvPr id="209" name="CuadroTexto 84"/>
          <p:cNvSpPr/>
          <p:nvPr/>
        </p:nvSpPr>
        <p:spPr>
          <a:xfrm>
            <a:off x="10704960" y="284400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Media</a:t>
            </a:r>
            <a:endParaRPr lang="es-ES" sz="800" b="0" strike="noStrike" spc="-1">
              <a:solidFill>
                <a:srgbClr val="FFFFFF"/>
              </a:solidFill>
              <a:latin typeface="Arial"/>
            </a:endParaRPr>
          </a:p>
        </p:txBody>
      </p:sp>
      <p:sp>
        <p:nvSpPr>
          <p:cNvPr id="210" name="CuadroTexto 85"/>
          <p:cNvSpPr/>
          <p:nvPr/>
        </p:nvSpPr>
        <p:spPr>
          <a:xfrm>
            <a:off x="10704960" y="31222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64%</a:t>
            </a:r>
            <a:endParaRPr lang="es-ES" sz="800" b="0" strike="noStrike" spc="-1">
              <a:solidFill>
                <a:srgbClr val="FFFFFF"/>
              </a:solidFill>
              <a:latin typeface="Arial"/>
            </a:endParaRPr>
          </a:p>
        </p:txBody>
      </p:sp>
      <p:sp>
        <p:nvSpPr>
          <p:cNvPr id="211" name="CuadroTexto 86"/>
          <p:cNvSpPr/>
          <p:nvPr/>
        </p:nvSpPr>
        <p:spPr>
          <a:xfrm>
            <a:off x="10704960" y="3372480"/>
            <a:ext cx="55908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36%</a:t>
            </a:r>
            <a:endParaRPr lang="es-ES" sz="800" b="0" strike="noStrike" spc="-1">
              <a:solidFill>
                <a:srgbClr val="FFFFFF"/>
              </a:solidFill>
              <a:latin typeface="Arial"/>
            </a:endParaRPr>
          </a:p>
        </p:txBody>
      </p:sp>
      <p:sp>
        <p:nvSpPr>
          <p:cNvPr id="212" name="Rectángulo 87"/>
          <p:cNvSpPr/>
          <p:nvPr/>
        </p:nvSpPr>
        <p:spPr>
          <a:xfrm>
            <a:off x="418068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1</a:t>
            </a:r>
            <a:endParaRPr lang="es-ES" sz="1000" b="0" strike="noStrike" spc="-1">
              <a:solidFill>
                <a:srgbClr val="FFFFFF"/>
              </a:solidFill>
              <a:latin typeface="Arial"/>
            </a:endParaRPr>
          </a:p>
        </p:txBody>
      </p:sp>
      <p:sp>
        <p:nvSpPr>
          <p:cNvPr id="213" name="Rectángulo 88"/>
          <p:cNvSpPr/>
          <p:nvPr/>
        </p:nvSpPr>
        <p:spPr>
          <a:xfrm>
            <a:off x="499716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2</a:t>
            </a:r>
            <a:endParaRPr lang="es-ES" sz="1000" b="0" strike="noStrike" spc="-1">
              <a:solidFill>
                <a:srgbClr val="FFFFFF"/>
              </a:solidFill>
              <a:latin typeface="Arial"/>
            </a:endParaRPr>
          </a:p>
        </p:txBody>
      </p:sp>
      <p:sp>
        <p:nvSpPr>
          <p:cNvPr id="214" name="Rectángulo 89"/>
          <p:cNvSpPr/>
          <p:nvPr/>
        </p:nvSpPr>
        <p:spPr>
          <a:xfrm>
            <a:off x="581400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3</a:t>
            </a:r>
            <a:endParaRPr lang="es-ES" sz="1000" b="0" strike="noStrike" spc="-1">
              <a:solidFill>
                <a:srgbClr val="FFFFFF"/>
              </a:solidFill>
              <a:latin typeface="Arial"/>
            </a:endParaRPr>
          </a:p>
        </p:txBody>
      </p:sp>
      <p:sp>
        <p:nvSpPr>
          <p:cNvPr id="215" name="Rectángulo 90"/>
          <p:cNvSpPr/>
          <p:nvPr/>
        </p:nvSpPr>
        <p:spPr>
          <a:xfrm>
            <a:off x="6630840" y="5012280"/>
            <a:ext cx="727560" cy="255600"/>
          </a:xfrm>
          <a:prstGeom prst="rect">
            <a:avLst/>
          </a:prstGeom>
          <a:solidFill>
            <a:srgbClr val="FF0000"/>
          </a:solidFill>
          <a:ln>
            <a:solidFill>
              <a:srgbClr val="BC0000"/>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s-ES" sz="1000" b="0" strike="noStrike" spc="-1">
                <a:solidFill>
                  <a:schemeClr val="lt1"/>
                </a:solidFill>
                <a:latin typeface="Arial"/>
                <a:ea typeface="Arial"/>
              </a:rPr>
              <a:t>Modelo 4</a:t>
            </a:r>
            <a:endParaRPr lang="es-ES" sz="1000" b="0" strike="noStrike" spc="-1">
              <a:solidFill>
                <a:srgbClr val="FFFFFF"/>
              </a:solidFill>
              <a:latin typeface="Arial"/>
            </a:endParaRPr>
          </a:p>
        </p:txBody>
      </p:sp>
      <p:cxnSp>
        <p:nvCxnSpPr>
          <p:cNvPr id="216" name="Conector recto de flecha 91"/>
          <p:cNvCxnSpPr/>
          <p:nvPr/>
        </p:nvCxnSpPr>
        <p:spPr>
          <a:xfrm>
            <a:off x="4544280" y="5337360"/>
            <a:ext cx="360" cy="234360"/>
          </a:xfrm>
          <a:prstGeom prst="straightConnector1">
            <a:avLst/>
          </a:prstGeom>
          <a:ln>
            <a:solidFill>
              <a:srgbClr val="F90000"/>
            </a:solidFill>
            <a:round/>
            <a:tailEnd type="triangle" w="med" len="med"/>
          </a:ln>
        </p:spPr>
      </p:cxnSp>
      <p:sp>
        <p:nvSpPr>
          <p:cNvPr id="217" name="CuadroTexto 92"/>
          <p:cNvSpPr/>
          <p:nvPr/>
        </p:nvSpPr>
        <p:spPr>
          <a:xfrm>
            <a:off x="4264920" y="561564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Ventas</a:t>
            </a:r>
            <a:endParaRPr lang="es-ES" sz="800" b="0" strike="noStrike" spc="-1">
              <a:solidFill>
                <a:srgbClr val="FFFFFF"/>
              </a:solidFill>
              <a:latin typeface="Arial"/>
            </a:endParaRPr>
          </a:p>
          <a:p>
            <a:pPr algn="ctr">
              <a:lnSpc>
                <a:spcPct val="100000"/>
              </a:lnSpc>
            </a:pPr>
            <a:r>
              <a:rPr lang="es-ES" sz="800" b="0" strike="noStrike" spc="-1">
                <a:solidFill>
                  <a:schemeClr val="lt1"/>
                </a:solidFill>
                <a:latin typeface="Arial"/>
                <a:ea typeface="Arial"/>
              </a:rPr>
              <a:t>1000</a:t>
            </a:r>
            <a:endParaRPr lang="es-ES" sz="800" b="0" strike="noStrike" spc="-1">
              <a:solidFill>
                <a:srgbClr val="FFFFFF"/>
              </a:solidFill>
              <a:latin typeface="Arial"/>
            </a:endParaRPr>
          </a:p>
        </p:txBody>
      </p:sp>
      <p:sp>
        <p:nvSpPr>
          <p:cNvPr id="218" name="CuadroTexto 93"/>
          <p:cNvSpPr/>
          <p:nvPr/>
        </p:nvSpPr>
        <p:spPr>
          <a:xfrm>
            <a:off x="5081760" y="561564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Ventas</a:t>
            </a:r>
            <a:endParaRPr lang="es-ES" sz="800" b="0" strike="noStrike" spc="-1">
              <a:solidFill>
                <a:srgbClr val="FFFFFF"/>
              </a:solidFill>
              <a:latin typeface="Arial"/>
            </a:endParaRPr>
          </a:p>
          <a:p>
            <a:pPr algn="ctr">
              <a:lnSpc>
                <a:spcPct val="100000"/>
              </a:lnSpc>
            </a:pPr>
            <a:r>
              <a:rPr lang="es-ES" sz="800" b="0" strike="noStrike" spc="-1">
                <a:solidFill>
                  <a:schemeClr val="lt1"/>
                </a:solidFill>
                <a:latin typeface="Arial"/>
                <a:ea typeface="Arial"/>
              </a:rPr>
              <a:t>500</a:t>
            </a:r>
            <a:endParaRPr lang="es-ES" sz="800" b="0" strike="noStrike" spc="-1">
              <a:solidFill>
                <a:srgbClr val="FFFFFF"/>
              </a:solidFill>
              <a:latin typeface="Arial"/>
            </a:endParaRPr>
          </a:p>
        </p:txBody>
      </p:sp>
      <p:sp>
        <p:nvSpPr>
          <p:cNvPr id="219" name="CuadroTexto 94"/>
          <p:cNvSpPr/>
          <p:nvPr/>
        </p:nvSpPr>
        <p:spPr>
          <a:xfrm>
            <a:off x="5898600" y="561924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Ventas</a:t>
            </a:r>
            <a:endParaRPr lang="es-ES" sz="800" b="0" strike="noStrike" spc="-1">
              <a:solidFill>
                <a:srgbClr val="FFFFFF"/>
              </a:solidFill>
              <a:latin typeface="Arial"/>
            </a:endParaRPr>
          </a:p>
          <a:p>
            <a:pPr algn="ctr">
              <a:lnSpc>
                <a:spcPct val="100000"/>
              </a:lnSpc>
            </a:pPr>
            <a:r>
              <a:rPr lang="es-ES" sz="800" b="0" strike="noStrike" spc="-1">
                <a:solidFill>
                  <a:schemeClr val="lt1"/>
                </a:solidFill>
                <a:latin typeface="Arial"/>
                <a:ea typeface="Arial"/>
              </a:rPr>
              <a:t>1500</a:t>
            </a:r>
            <a:endParaRPr lang="es-ES" sz="800" b="0" strike="noStrike" spc="-1">
              <a:solidFill>
                <a:srgbClr val="FFFFFF"/>
              </a:solidFill>
              <a:latin typeface="Arial"/>
            </a:endParaRPr>
          </a:p>
        </p:txBody>
      </p:sp>
      <p:sp>
        <p:nvSpPr>
          <p:cNvPr id="220" name="CuadroTexto 95"/>
          <p:cNvSpPr/>
          <p:nvPr/>
        </p:nvSpPr>
        <p:spPr>
          <a:xfrm>
            <a:off x="6715080" y="5608080"/>
            <a:ext cx="559080" cy="33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Ventas</a:t>
            </a:r>
            <a:endParaRPr lang="es-ES" sz="800" b="0" strike="noStrike" spc="-1">
              <a:solidFill>
                <a:srgbClr val="FFFFFF"/>
              </a:solidFill>
              <a:latin typeface="Arial"/>
            </a:endParaRPr>
          </a:p>
          <a:p>
            <a:pPr algn="ctr">
              <a:lnSpc>
                <a:spcPct val="100000"/>
              </a:lnSpc>
            </a:pPr>
            <a:r>
              <a:rPr lang="es-ES" sz="800" b="0" strike="noStrike" spc="-1">
                <a:solidFill>
                  <a:schemeClr val="lt1"/>
                </a:solidFill>
                <a:latin typeface="Arial"/>
                <a:ea typeface="Arial"/>
              </a:rPr>
              <a:t>700</a:t>
            </a:r>
            <a:endParaRPr lang="es-ES" sz="800" b="0" strike="noStrike" spc="-1">
              <a:solidFill>
                <a:srgbClr val="FFFFFF"/>
              </a:solidFill>
              <a:latin typeface="Arial"/>
            </a:endParaRPr>
          </a:p>
        </p:txBody>
      </p:sp>
      <p:cxnSp>
        <p:nvCxnSpPr>
          <p:cNvPr id="221" name="Conector recto de flecha 96"/>
          <p:cNvCxnSpPr/>
          <p:nvPr/>
        </p:nvCxnSpPr>
        <p:spPr>
          <a:xfrm>
            <a:off x="5361120" y="5337360"/>
            <a:ext cx="360" cy="243000"/>
          </a:xfrm>
          <a:prstGeom prst="straightConnector1">
            <a:avLst/>
          </a:prstGeom>
          <a:ln>
            <a:solidFill>
              <a:srgbClr val="F90000"/>
            </a:solidFill>
            <a:round/>
            <a:tailEnd type="triangle" w="med" len="med"/>
          </a:ln>
        </p:spPr>
      </p:cxnSp>
      <p:cxnSp>
        <p:nvCxnSpPr>
          <p:cNvPr id="222" name="Conector recto de flecha 97"/>
          <p:cNvCxnSpPr/>
          <p:nvPr/>
        </p:nvCxnSpPr>
        <p:spPr>
          <a:xfrm>
            <a:off x="6177960" y="5337360"/>
            <a:ext cx="360" cy="243000"/>
          </a:xfrm>
          <a:prstGeom prst="straightConnector1">
            <a:avLst/>
          </a:prstGeom>
          <a:ln>
            <a:solidFill>
              <a:srgbClr val="F90000"/>
            </a:solidFill>
            <a:round/>
            <a:tailEnd type="triangle" w="med" len="med"/>
          </a:ln>
        </p:spPr>
      </p:cxnSp>
      <p:cxnSp>
        <p:nvCxnSpPr>
          <p:cNvPr id="223" name="Conector recto de flecha 98"/>
          <p:cNvCxnSpPr/>
          <p:nvPr/>
        </p:nvCxnSpPr>
        <p:spPr>
          <a:xfrm>
            <a:off x="6994800" y="5337360"/>
            <a:ext cx="360" cy="252000"/>
          </a:xfrm>
          <a:prstGeom prst="straightConnector1">
            <a:avLst/>
          </a:prstGeom>
          <a:ln>
            <a:solidFill>
              <a:srgbClr val="F90000"/>
            </a:solidFill>
            <a:round/>
            <a:tailEnd type="triangle" w="med" len="med"/>
          </a:ln>
        </p:spPr>
      </p:cxnSp>
      <p:sp>
        <p:nvSpPr>
          <p:cNvPr id="224" name="Abrir llave 99"/>
          <p:cNvSpPr/>
          <p:nvPr/>
        </p:nvSpPr>
        <p:spPr>
          <a:xfrm rot="16200000">
            <a:off x="5607720" y="4650840"/>
            <a:ext cx="292680" cy="3040200"/>
          </a:xfrm>
          <a:prstGeom prst="leftBrace">
            <a:avLst>
              <a:gd name="adj1" fmla="val 8333"/>
              <a:gd name="adj2" fmla="val 50000"/>
            </a:avLst>
          </a:prstGeom>
          <a:noFill/>
          <a:ln>
            <a:solidFill>
              <a:srgbClr val="F90000"/>
            </a:solidFill>
            <a:round/>
          </a:ln>
        </p:spPr>
        <p:style>
          <a:lnRef idx="1">
            <a:schemeClr val="accent1"/>
          </a:lnRef>
          <a:fillRef idx="0">
            <a:schemeClr val="accent1"/>
          </a:fillRef>
          <a:effectRef idx="0">
            <a:schemeClr val="accent1"/>
          </a:effectRef>
          <a:fontRef idx="minor"/>
        </p:style>
        <p:txBody>
          <a:bodyPr lIns="90000" tIns="45000" rIns="90000" bIns="45000" anchor="ctr">
            <a:noAutofit/>
          </a:bodyPr>
          <a:lstStyle/>
          <a:p>
            <a:pPr algn="ctr">
              <a:lnSpc>
                <a:spcPct val="100000"/>
              </a:lnSpc>
            </a:pPr>
            <a:endParaRPr lang="es-ES" sz="1400" b="0" strike="noStrike" spc="-1">
              <a:solidFill>
                <a:schemeClr val="dk1"/>
              </a:solidFill>
              <a:latin typeface="Arial"/>
              <a:ea typeface="Arial"/>
            </a:endParaRPr>
          </a:p>
        </p:txBody>
      </p:sp>
      <p:sp>
        <p:nvSpPr>
          <p:cNvPr id="225" name="CuadroTexto 100"/>
          <p:cNvSpPr/>
          <p:nvPr/>
        </p:nvSpPr>
        <p:spPr>
          <a:xfrm>
            <a:off x="4928400" y="6351840"/>
            <a:ext cx="165096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s-ES" sz="800" b="0" strike="noStrike" spc="-1">
                <a:solidFill>
                  <a:schemeClr val="lt1"/>
                </a:solidFill>
                <a:latin typeface="Arial"/>
                <a:ea typeface="Arial"/>
              </a:rPr>
              <a:t>Output final -&gt; 925</a:t>
            </a:r>
            <a:endParaRPr lang="es-ES" sz="800" b="0" strike="noStrike" spc="-1">
              <a:solidFill>
                <a:srgbClr val="FFFFFF"/>
              </a:solidFill>
              <a:latin typeface="Arial"/>
            </a:endParaRPr>
          </a:p>
        </p:txBody>
      </p:sp>
      <p:sp>
        <p:nvSpPr>
          <p:cNvPr id="2" name="CuadroTexto 1">
            <a:extLst>
              <a:ext uri="{FF2B5EF4-FFF2-40B4-BE49-F238E27FC236}">
                <a16:creationId xmlns:a16="http://schemas.microsoft.com/office/drawing/2014/main" id="{C9BE8A8F-A378-EE1D-1ED8-24267146913D}"/>
              </a:ext>
            </a:extLst>
          </p:cNvPr>
          <p:cNvSpPr txBox="1"/>
          <p:nvPr/>
        </p:nvSpPr>
        <p:spPr>
          <a:xfrm>
            <a:off x="3313912" y="1794756"/>
            <a:ext cx="2269577" cy="461665"/>
          </a:xfrm>
          <a:prstGeom prst="rect">
            <a:avLst/>
          </a:prstGeom>
          <a:noFill/>
        </p:spPr>
        <p:txBody>
          <a:bodyPr wrap="square" rtlCol="0">
            <a:spAutoFit/>
          </a:bodyPr>
          <a:lstStyle/>
          <a:p>
            <a:r>
              <a:rPr lang="es-ES" sz="1200" dirty="0">
                <a:solidFill>
                  <a:schemeClr val="bg1"/>
                </a:solidFill>
              </a:rPr>
              <a:t>Ignoro las probabilidades con las que ha predicho cada uno</a:t>
            </a:r>
          </a:p>
        </p:txBody>
      </p:sp>
      <p:sp>
        <p:nvSpPr>
          <p:cNvPr id="4" name="CuadroTexto 3">
            <a:extLst>
              <a:ext uri="{FF2B5EF4-FFF2-40B4-BE49-F238E27FC236}">
                <a16:creationId xmlns:a16="http://schemas.microsoft.com/office/drawing/2014/main" id="{4BD8E56F-4871-2B19-7AA9-B6693CE0BEC6}"/>
              </a:ext>
            </a:extLst>
          </p:cNvPr>
          <p:cNvSpPr txBox="1"/>
          <p:nvPr/>
        </p:nvSpPr>
        <p:spPr>
          <a:xfrm>
            <a:off x="3224554" y="274283"/>
            <a:ext cx="5077011" cy="369332"/>
          </a:xfrm>
          <a:prstGeom prst="rect">
            <a:avLst/>
          </a:prstGeom>
          <a:noFill/>
        </p:spPr>
        <p:txBody>
          <a:bodyPr wrap="square" rtlCol="0">
            <a:spAutoFit/>
          </a:bodyPr>
          <a:lstStyle/>
          <a:p>
            <a:r>
              <a:rPr lang="es-ES" dirty="0">
                <a:solidFill>
                  <a:schemeClr val="bg1"/>
                </a:solidFill>
              </a:rPr>
              <a:t>Esto solo vale para clasificación!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Voting</a:t>
            </a:r>
            <a:endParaRPr lang="es-ES" sz="4400" b="0" strike="noStrike" spc="-1">
              <a:solidFill>
                <a:srgbClr val="000000"/>
              </a:solidFill>
              <a:latin typeface="Arial"/>
            </a:endParaRPr>
          </a:p>
        </p:txBody>
      </p:sp>
      <p:pic>
        <p:nvPicPr>
          <p:cNvPr id="227" name="Google Shape;200;ga1f93e0ce7_0_93"/>
          <p:cNvPicPr/>
          <p:nvPr/>
        </p:nvPicPr>
        <p:blipFill>
          <a:blip r:embed="rId3"/>
          <a:stretch/>
        </p:blipFill>
        <p:spPr>
          <a:xfrm>
            <a:off x="2058120" y="2080080"/>
            <a:ext cx="8355600" cy="3801960"/>
          </a:xfrm>
          <a:prstGeom prst="rect">
            <a:avLst/>
          </a:prstGeom>
          <a:ln w="0">
            <a:noFill/>
          </a:ln>
        </p:spPr>
      </p:pic>
      <p:sp>
        <p:nvSpPr>
          <p:cNvPr id="2" name="CuadroTexto 1">
            <a:extLst>
              <a:ext uri="{FF2B5EF4-FFF2-40B4-BE49-F238E27FC236}">
                <a16:creationId xmlns:a16="http://schemas.microsoft.com/office/drawing/2014/main" id="{A407BEFB-F52E-7138-8010-0448FCBBBDD7}"/>
              </a:ext>
            </a:extLst>
          </p:cNvPr>
          <p:cNvSpPr txBox="1"/>
          <p:nvPr/>
        </p:nvSpPr>
        <p:spPr>
          <a:xfrm>
            <a:off x="1981200" y="1653120"/>
            <a:ext cx="7638480" cy="369332"/>
          </a:xfrm>
          <a:prstGeom prst="rect">
            <a:avLst/>
          </a:prstGeom>
          <a:noFill/>
        </p:spPr>
        <p:txBody>
          <a:bodyPr wrap="square" rtlCol="0">
            <a:spAutoFit/>
          </a:bodyPr>
          <a:lstStyle/>
          <a:p>
            <a:r>
              <a:rPr lang="es-ES" dirty="0">
                <a:solidFill>
                  <a:schemeClr val="bg1"/>
                </a:solidFill>
              </a:rPr>
              <a:t>No tiene sentido esta </a:t>
            </a:r>
            <a:r>
              <a:rPr lang="es-ES" dirty="0" err="1">
                <a:solidFill>
                  <a:schemeClr val="bg1"/>
                </a:solidFill>
              </a:rPr>
              <a:t>txpa</a:t>
            </a:r>
            <a:r>
              <a:rPr lang="es-ES" dirty="0">
                <a:solidFill>
                  <a:schemeClr val="bg1"/>
                </a:solidFill>
              </a:rPr>
              <a:t>: no meterías clasificadores y regresores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lstStyle/>
          <a:p>
            <a:pPr indent="0" algn="ctr">
              <a:lnSpc>
                <a:spcPct val="90000"/>
              </a:lnSpc>
              <a:buNone/>
              <a:tabLst>
                <a:tab pos="0" algn="l"/>
              </a:tabLst>
            </a:pPr>
            <a:r>
              <a:rPr lang="en-GB" sz="4400" b="0" strike="noStrike" spc="-1">
                <a:solidFill>
                  <a:srgbClr val="FF0000"/>
                </a:solidFill>
                <a:latin typeface="Calibri"/>
                <a:ea typeface="Calibri"/>
              </a:rPr>
              <a:t>Bagging y Pasting</a:t>
            </a:r>
            <a:endParaRPr lang="es-ES" sz="44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Google Shape;212;g9c522aaa2e_0_44"/>
          <p:cNvSpPr/>
          <p:nvPr/>
        </p:nvSpPr>
        <p:spPr>
          <a:xfrm>
            <a:off x="684360" y="1653480"/>
            <a:ext cx="10520640" cy="23864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700" b="0" strike="noStrike" spc="-1">
                <a:solidFill>
                  <a:schemeClr val="lt1"/>
                </a:solidFill>
                <a:latin typeface="Calibri"/>
                <a:ea typeface="Calibri"/>
              </a:rPr>
              <a:t>Con esta técnica se entrenan un conjunto de modelos, mediante muestras </a:t>
            </a:r>
            <a:r>
              <a:rPr lang="en-GB" sz="1700" b="1" strike="noStrike" spc="-1">
                <a:solidFill>
                  <a:schemeClr val="lt1"/>
                </a:solidFill>
                <a:latin typeface="Calibri"/>
                <a:ea typeface="Calibri"/>
              </a:rPr>
              <a:t>con reemplazamiento</a:t>
            </a:r>
            <a:r>
              <a:rPr lang="en-GB" sz="1700" b="0" strike="noStrike" spc="-1">
                <a:solidFill>
                  <a:schemeClr val="lt1"/>
                </a:solidFill>
                <a:latin typeface="Calibri"/>
                <a:ea typeface="Calibri"/>
              </a:rPr>
              <a:t>. Para cada predicción todos los modelos dan un output, y como si de un sistema de votación se tratase, se escoge como output final el más frecuente. </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a:p>
            <a:pPr>
              <a:lnSpc>
                <a:spcPct val="100000"/>
              </a:lnSpc>
              <a:tabLst>
                <a:tab pos="0" algn="l"/>
              </a:tabLst>
            </a:pPr>
            <a:r>
              <a:rPr lang="en-GB" sz="1700" b="0" strike="noStrike" spc="-1">
                <a:solidFill>
                  <a:schemeClr val="lt1"/>
                </a:solidFill>
                <a:latin typeface="Calibri"/>
                <a:ea typeface="Calibri"/>
              </a:rPr>
              <a:t>Esta técnica se usa tanto en </a:t>
            </a:r>
            <a:r>
              <a:rPr lang="en-GB" sz="1700" b="1" strike="noStrike" spc="-1">
                <a:solidFill>
                  <a:schemeClr val="lt1"/>
                </a:solidFill>
                <a:latin typeface="Calibri"/>
                <a:ea typeface="Calibri"/>
              </a:rPr>
              <a:t>clasificación, como en regresión</a:t>
            </a:r>
            <a:r>
              <a:rPr lang="en-GB" sz="1700" b="0" strike="noStrike" spc="-1">
                <a:solidFill>
                  <a:schemeClr val="lt1"/>
                </a:solidFill>
                <a:latin typeface="Calibri"/>
                <a:ea typeface="Calibri"/>
              </a:rPr>
              <a:t>. Si en clasificación utiliza la moda para elegir output, en regresión es la media de los outputs de todos los modelos.</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a:p>
            <a:pPr>
              <a:lnSpc>
                <a:spcPct val="100000"/>
              </a:lnSpc>
              <a:tabLst>
                <a:tab pos="0" algn="l"/>
              </a:tabLst>
            </a:pPr>
            <a:r>
              <a:rPr lang="en-GB" sz="1700" b="0" strike="noStrike" spc="-1">
                <a:solidFill>
                  <a:schemeClr val="lt1"/>
                </a:solidFill>
                <a:latin typeface="Calibri"/>
                <a:ea typeface="Calibri"/>
              </a:rPr>
              <a:t>Se trabaja con el mismo modelo</a:t>
            </a:r>
            <a:endParaRPr lang="es-ES" sz="1700" b="0" strike="noStrike" spc="-1">
              <a:solidFill>
                <a:srgbClr val="FFFFFF"/>
              </a:solidFill>
              <a:latin typeface="Arial"/>
            </a:endParaRPr>
          </a:p>
        </p:txBody>
      </p:sp>
      <p:sp>
        <p:nvSpPr>
          <p:cNvPr id="230"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Bagging (Bootstrap Aggregating)</a:t>
            </a:r>
            <a:endParaRPr lang="es-ES" sz="4400" b="0" strike="noStrike" spc="-1">
              <a:solidFill>
                <a:srgbClr val="000000"/>
              </a:solidFill>
              <a:latin typeface="Arial"/>
            </a:endParaRPr>
          </a:p>
        </p:txBody>
      </p:sp>
      <p:pic>
        <p:nvPicPr>
          <p:cNvPr id="231" name="Google Shape;214;g9c522aaa2e_0_44"/>
          <p:cNvPicPr/>
          <p:nvPr/>
        </p:nvPicPr>
        <p:blipFill>
          <a:blip r:embed="rId3"/>
          <a:stretch/>
        </p:blipFill>
        <p:spPr>
          <a:xfrm>
            <a:off x="5960160" y="3551400"/>
            <a:ext cx="4766400" cy="2831040"/>
          </a:xfrm>
          <a:prstGeom prst="rect">
            <a:avLst/>
          </a:prstGeom>
          <a:ln w="0">
            <a:noFill/>
          </a:ln>
        </p:spPr>
      </p:pic>
      <p:sp>
        <p:nvSpPr>
          <p:cNvPr id="232" name="Google Shape;215;g9c522aaa2e_0_44"/>
          <p:cNvSpPr/>
          <p:nvPr/>
        </p:nvSpPr>
        <p:spPr>
          <a:xfrm>
            <a:off x="808200" y="5211720"/>
            <a:ext cx="4639680" cy="11707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s-ES" sz="2400" b="1" strike="noStrike" spc="-1" dirty="0" err="1">
                <a:solidFill>
                  <a:schemeClr val="lt1"/>
                </a:solidFill>
                <a:latin typeface="Calibri"/>
                <a:ea typeface="Calibri"/>
              </a:rPr>
              <a:t>Pasting</a:t>
            </a:r>
            <a:endParaRPr lang="es-ES" sz="2400" b="0" strike="noStrike" spc="-1" dirty="0">
              <a:solidFill>
                <a:srgbClr val="FFFFFF"/>
              </a:solidFill>
              <a:latin typeface="Arial"/>
            </a:endParaRPr>
          </a:p>
          <a:p>
            <a:pPr>
              <a:lnSpc>
                <a:spcPct val="100000"/>
              </a:lnSpc>
              <a:tabLst>
                <a:tab pos="0" algn="l"/>
              </a:tabLst>
            </a:pPr>
            <a:r>
              <a:rPr lang="es-ES" sz="1600" b="0" strike="noStrike" spc="-1" dirty="0">
                <a:solidFill>
                  <a:schemeClr val="lt1"/>
                </a:solidFill>
                <a:latin typeface="Calibri"/>
                <a:ea typeface="Calibri"/>
              </a:rPr>
              <a:t>Simplemente escogemos el argumento “</a:t>
            </a:r>
            <a:r>
              <a:rPr lang="es-ES" sz="1600" b="0" strike="noStrike" spc="-1" dirty="0" err="1">
                <a:solidFill>
                  <a:schemeClr val="lt1"/>
                </a:solidFill>
                <a:latin typeface="Calibri"/>
                <a:ea typeface="Calibri"/>
              </a:rPr>
              <a:t>bootstrap</a:t>
            </a:r>
            <a:r>
              <a:rPr lang="es-ES" sz="1600" b="0" strike="noStrike" spc="-1" dirty="0">
                <a:solidFill>
                  <a:schemeClr val="lt1"/>
                </a:solidFill>
                <a:latin typeface="Calibri"/>
                <a:ea typeface="Calibri"/>
              </a:rPr>
              <a:t>=False”</a:t>
            </a:r>
            <a:endParaRPr lang="es-ES" sz="1600" b="0" strike="noStrike" spc="-1" dirty="0">
              <a:solidFill>
                <a:srgbClr val="FFFFFF"/>
              </a:solidFill>
              <a:latin typeface="Arial"/>
            </a:endParaRPr>
          </a:p>
          <a:p>
            <a:pPr>
              <a:lnSpc>
                <a:spcPct val="100000"/>
              </a:lnSpc>
              <a:tabLst>
                <a:tab pos="0" algn="l"/>
              </a:tabLst>
            </a:pPr>
            <a:r>
              <a:rPr lang="es-ES" sz="1600" b="0" strike="noStrike" spc="-1" dirty="0">
                <a:solidFill>
                  <a:schemeClr val="lt1"/>
                </a:solidFill>
                <a:latin typeface="Calibri"/>
                <a:ea typeface="Calibri"/>
              </a:rPr>
              <a:t>Suele funcionar mejor </a:t>
            </a:r>
            <a:r>
              <a:rPr lang="es-ES" sz="1600" b="1" u="sng" strike="noStrike" spc="-1" dirty="0" err="1">
                <a:solidFill>
                  <a:schemeClr val="lt1"/>
                </a:solidFill>
                <a:uFillTx/>
                <a:latin typeface="Calibri"/>
                <a:ea typeface="Calibri"/>
              </a:rPr>
              <a:t>bagging</a:t>
            </a:r>
            <a:endParaRPr lang="es-ES" sz="1600" b="1" u="sng" strike="noStrike" spc="-1" dirty="0">
              <a:solidFill>
                <a:schemeClr val="lt1"/>
              </a:solidFill>
              <a:uFillTx/>
              <a:latin typeface="Calibri"/>
              <a:ea typeface="Calibri"/>
            </a:endParaRPr>
          </a:p>
          <a:p>
            <a:pPr>
              <a:lnSpc>
                <a:spcPct val="100000"/>
              </a:lnSpc>
              <a:tabLst>
                <a:tab pos="0" algn="l"/>
              </a:tabLst>
            </a:pPr>
            <a:r>
              <a:rPr lang="es-ES" sz="1600" i="1" spc="-1" dirty="0">
                <a:solidFill>
                  <a:schemeClr val="lt1"/>
                </a:solidFill>
                <a:latin typeface="Calibri"/>
                <a:ea typeface="Calibri"/>
              </a:rPr>
              <a:t>Aquí los datos de uno no vuelven a meterse para el siguiente</a:t>
            </a:r>
            <a:endParaRPr lang="es-ES" sz="1600" i="1" strike="noStrike" spc="-1" dirty="0">
              <a:solidFill>
                <a:srgbClr val="FFFFFF"/>
              </a:solidFill>
              <a:latin typeface="Arial"/>
            </a:endParaRPr>
          </a:p>
        </p:txBody>
      </p:sp>
      <p:sp>
        <p:nvSpPr>
          <p:cNvPr id="2" name="CuadroTexto 1">
            <a:extLst>
              <a:ext uri="{FF2B5EF4-FFF2-40B4-BE49-F238E27FC236}">
                <a16:creationId xmlns:a16="http://schemas.microsoft.com/office/drawing/2014/main" id="{2CDE3ADC-1533-2DAB-D17C-BDCFBE9CA1CF}"/>
              </a:ext>
            </a:extLst>
          </p:cNvPr>
          <p:cNvSpPr txBox="1"/>
          <p:nvPr/>
        </p:nvSpPr>
        <p:spPr>
          <a:xfrm>
            <a:off x="248930" y="3819586"/>
            <a:ext cx="4007383" cy="1169551"/>
          </a:xfrm>
          <a:prstGeom prst="rect">
            <a:avLst/>
          </a:prstGeom>
          <a:noFill/>
        </p:spPr>
        <p:txBody>
          <a:bodyPr wrap="square" rtlCol="0">
            <a:spAutoFit/>
          </a:bodyPr>
          <a:lstStyle/>
          <a:p>
            <a:r>
              <a:rPr lang="es-ES" sz="1400" dirty="0">
                <a:solidFill>
                  <a:schemeClr val="bg1"/>
                </a:solidFill>
              </a:rPr>
              <a:t>No les doy la misma información de entrenamiento a todos: o les doy sólo parte de los datos de entrenamiento a cada, o distintas </a:t>
            </a:r>
            <a:r>
              <a:rPr lang="es-ES" sz="1400" dirty="0" err="1">
                <a:solidFill>
                  <a:schemeClr val="bg1"/>
                </a:solidFill>
              </a:rPr>
              <a:t>features</a:t>
            </a:r>
            <a:r>
              <a:rPr lang="es-ES" sz="1400" dirty="0">
                <a:solidFill>
                  <a:schemeClr val="bg1"/>
                </a:solidFill>
              </a:rPr>
              <a:t> (o una combinación de ambas que es lo habitual)</a:t>
            </a:r>
          </a:p>
        </p:txBody>
      </p:sp>
      <p:sp>
        <p:nvSpPr>
          <p:cNvPr id="3" name="CuadroTexto 2">
            <a:extLst>
              <a:ext uri="{FF2B5EF4-FFF2-40B4-BE49-F238E27FC236}">
                <a16:creationId xmlns:a16="http://schemas.microsoft.com/office/drawing/2014/main" id="{FB014B6F-32CD-08DA-5BDA-666C66CF5E34}"/>
              </a:ext>
            </a:extLst>
          </p:cNvPr>
          <p:cNvSpPr txBox="1"/>
          <p:nvPr/>
        </p:nvSpPr>
        <p:spPr>
          <a:xfrm>
            <a:off x="2362200" y="4696688"/>
            <a:ext cx="2754086" cy="1015663"/>
          </a:xfrm>
          <a:prstGeom prst="rect">
            <a:avLst/>
          </a:prstGeom>
          <a:noFill/>
        </p:spPr>
        <p:txBody>
          <a:bodyPr wrap="square" rtlCol="0">
            <a:spAutoFit/>
          </a:bodyPr>
          <a:lstStyle/>
          <a:p>
            <a:r>
              <a:rPr lang="es-ES" sz="1200" b="1" dirty="0" err="1">
                <a:solidFill>
                  <a:schemeClr val="bg1"/>
                </a:solidFill>
              </a:rPr>
              <a:t>Bootstraping</a:t>
            </a:r>
            <a:r>
              <a:rPr lang="es-ES" sz="1200" dirty="0">
                <a:solidFill>
                  <a:schemeClr val="bg1"/>
                </a:solidFill>
              </a:rPr>
              <a:t>, los datos de entrenamiento de uno, vuelvo a </a:t>
            </a:r>
            <a:r>
              <a:rPr lang="es-ES" sz="1200" dirty="0" err="1">
                <a:solidFill>
                  <a:schemeClr val="bg1"/>
                </a:solidFill>
              </a:rPr>
              <a:t>incluirslo</a:t>
            </a:r>
            <a:r>
              <a:rPr lang="es-ES" sz="1200" dirty="0">
                <a:solidFill>
                  <a:schemeClr val="bg1"/>
                </a:solidFill>
              </a:rPr>
              <a:t> y aleatoriamente elijo los del siguiente (puede incluir parte de los anteriores). Es lo más habitual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lstStyle/>
          <a:p>
            <a:pPr indent="0" algn="ctr">
              <a:lnSpc>
                <a:spcPct val="90000"/>
              </a:lnSpc>
              <a:buNone/>
              <a:tabLst>
                <a:tab pos="0" algn="l"/>
              </a:tabLst>
            </a:pPr>
            <a:r>
              <a:rPr lang="en-GB" sz="4400" b="0" strike="noStrike" spc="-1">
                <a:solidFill>
                  <a:srgbClr val="FF0000"/>
                </a:solidFill>
                <a:latin typeface="Calibri"/>
                <a:ea typeface="Calibri"/>
              </a:rPr>
              <a:t>Random Forest Demo</a:t>
            </a:r>
            <a:endParaRPr lang="es-ES" sz="4400" b="0" strike="noStrike" spc="-1">
              <a:solidFill>
                <a:srgbClr val="000000"/>
              </a:solidFill>
              <a:latin typeface="Arial"/>
            </a:endParaRPr>
          </a:p>
          <a:p>
            <a:pPr indent="0" algn="ctr">
              <a:lnSpc>
                <a:spcPct val="90000"/>
              </a:lnSpc>
              <a:buNone/>
              <a:tabLst>
                <a:tab pos="0" algn="l"/>
              </a:tabLst>
            </a:pPr>
            <a:r>
              <a:rPr lang="en-GB" sz="2800" b="0" u="sng" strike="noStrike" spc="-1">
                <a:solidFill>
                  <a:schemeClr val="hlink"/>
                </a:solidFill>
                <a:uFillTx/>
                <a:latin typeface="Calibri"/>
                <a:ea typeface="Calibri"/>
                <a:hlinkClick r:id="rId3"/>
              </a:rPr>
              <a:t>https://waternova.github.io/random-forest-viz/</a:t>
            </a:r>
            <a:endParaRPr lang="es-ES" sz="2800" b="0" strike="noStrike" spc="-1">
              <a:solidFill>
                <a:srgbClr val="000000"/>
              </a:solidFill>
              <a:latin typeface="Arial"/>
            </a:endParaRPr>
          </a:p>
          <a:p>
            <a:pPr indent="0" algn="ctr">
              <a:lnSpc>
                <a:spcPct val="90000"/>
              </a:lnSpc>
              <a:buNone/>
              <a:tabLst>
                <a:tab pos="0" algn="l"/>
              </a:tabLst>
            </a:pPr>
            <a:endParaRPr lang="es-ES" sz="4400" b="0" strike="noStrike" spc="-1">
              <a:solidFill>
                <a:srgbClr val="000000"/>
              </a:solidFill>
              <a:latin typeface="Arial"/>
            </a:endParaRPr>
          </a:p>
        </p:txBody>
      </p:sp>
      <p:sp>
        <p:nvSpPr>
          <p:cNvPr id="2" name="CuadroTexto 1">
            <a:extLst>
              <a:ext uri="{FF2B5EF4-FFF2-40B4-BE49-F238E27FC236}">
                <a16:creationId xmlns:a16="http://schemas.microsoft.com/office/drawing/2014/main" id="{0EB6ABBC-6FE0-EA92-A8D3-FCB96B07F6C4}"/>
              </a:ext>
            </a:extLst>
          </p:cNvPr>
          <p:cNvSpPr txBox="1"/>
          <p:nvPr/>
        </p:nvSpPr>
        <p:spPr>
          <a:xfrm>
            <a:off x="1632857" y="4112221"/>
            <a:ext cx="8654143" cy="1815882"/>
          </a:xfrm>
          <a:prstGeom prst="rect">
            <a:avLst/>
          </a:prstGeom>
          <a:noFill/>
        </p:spPr>
        <p:txBody>
          <a:bodyPr wrap="square" rtlCol="0">
            <a:spAutoFit/>
          </a:bodyPr>
          <a:lstStyle/>
          <a:p>
            <a:r>
              <a:rPr lang="es-ES" sz="1600" dirty="0">
                <a:solidFill>
                  <a:schemeClr val="bg1"/>
                </a:solidFill>
              </a:rPr>
              <a:t>Es un ensemble típico para árboles: mantiene las ventajas del árbol de decisión (no hay que preparar mucho los datos) y al combinar muchos árboles mejora su deficiencia, que es muy sensible al conjunto de datos.</a:t>
            </a:r>
          </a:p>
          <a:p>
            <a:r>
              <a:rPr lang="es-ES" sz="1600" b="1" dirty="0">
                <a:solidFill>
                  <a:schemeClr val="bg1"/>
                </a:solidFill>
              </a:rPr>
              <a:t>Lo normal es empezar siempre por aquí</a:t>
            </a:r>
            <a:r>
              <a:rPr lang="es-ES" sz="1600" dirty="0">
                <a:solidFill>
                  <a:schemeClr val="bg1"/>
                </a:solidFill>
              </a:rPr>
              <a:t>. De base te da la importancia de cada </a:t>
            </a:r>
            <a:r>
              <a:rPr lang="es-ES" sz="1600" dirty="0" err="1">
                <a:solidFill>
                  <a:schemeClr val="bg1"/>
                </a:solidFill>
              </a:rPr>
              <a:t>feature</a:t>
            </a:r>
            <a:r>
              <a:rPr lang="es-ES" sz="1600" dirty="0">
                <a:solidFill>
                  <a:schemeClr val="bg1"/>
                </a:solidFill>
              </a:rPr>
              <a:t>.</a:t>
            </a:r>
          </a:p>
          <a:p>
            <a:r>
              <a:rPr lang="es-ES" sz="1600" dirty="0">
                <a:solidFill>
                  <a:schemeClr val="bg1"/>
                </a:solidFill>
              </a:rPr>
              <a:t>Luego si quisiéramos optimizarlo le haríamos un </a:t>
            </a:r>
            <a:r>
              <a:rPr lang="es-ES" sz="1600" dirty="0" err="1">
                <a:solidFill>
                  <a:schemeClr val="bg1"/>
                </a:solidFill>
              </a:rPr>
              <a:t>gridsearch</a:t>
            </a:r>
            <a:r>
              <a:rPr lang="es-ES" sz="1600" dirty="0">
                <a:solidFill>
                  <a:schemeClr val="bg1"/>
                </a:solidFill>
              </a:rPr>
              <a:t>.</a:t>
            </a:r>
          </a:p>
          <a:p>
            <a:r>
              <a:rPr lang="es-ES" sz="1600" dirty="0">
                <a:solidFill>
                  <a:schemeClr val="bg1"/>
                </a:solidFill>
              </a:rPr>
              <a:t>Muchos árboles iguales a los que entrenamos con datos diferentes. La combinación de su predicción (</a:t>
            </a:r>
            <a:r>
              <a:rPr lang="es-ES" sz="1600" dirty="0" err="1">
                <a:solidFill>
                  <a:schemeClr val="bg1"/>
                </a:solidFill>
              </a:rPr>
              <a:t>hard</a:t>
            </a:r>
            <a:r>
              <a:rPr lang="es-ES" sz="1600" dirty="0">
                <a:solidFill>
                  <a:schemeClr val="bg1"/>
                </a:solidFill>
              </a:rPr>
              <a:t> o </a:t>
            </a:r>
            <a:r>
              <a:rPr lang="es-ES" sz="1600" dirty="0" err="1">
                <a:solidFill>
                  <a:schemeClr val="bg1"/>
                </a:solidFill>
              </a:rPr>
              <a:t>soft</a:t>
            </a:r>
            <a:r>
              <a:rPr lang="es-ES" sz="1600" dirty="0">
                <a:solidFill>
                  <a:schemeClr val="bg1"/>
                </a:solidFill>
              </a:rPr>
              <a:t>) será mejor que la de un solo árbol con toda  la información.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Google Shape;235;g9c522aaa2e_0_66"/>
          <p:cNvSpPr/>
          <p:nvPr/>
        </p:nvSpPr>
        <p:spPr>
          <a:xfrm>
            <a:off x="684360" y="1877760"/>
            <a:ext cx="10234800" cy="7750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700" b="0" strike="noStrike" spc="-1">
                <a:solidFill>
                  <a:schemeClr val="lt1"/>
                </a:solidFill>
                <a:latin typeface="Calibri"/>
                <a:ea typeface="Calibri"/>
              </a:rPr>
              <a:t>El algoritmo de bagging que más se utiliza es el random forest. Implementa el sistema de votación de bagging mediante árboles de decisión. </a:t>
            </a:r>
            <a:r>
              <a:rPr lang="en-GB" sz="1700" b="1" strike="noStrike" spc="-1">
                <a:solidFill>
                  <a:schemeClr val="lt1"/>
                </a:solidFill>
                <a:latin typeface="Calibri"/>
                <a:ea typeface="Calibri"/>
              </a:rPr>
              <a:t>RandomForestClassifier y RandomForestRegressor. </a:t>
            </a:r>
            <a:r>
              <a:rPr lang="en-GB" sz="1700" b="0" strike="noStrike" spc="-1">
                <a:solidFill>
                  <a:schemeClr val="lt1"/>
                </a:solidFill>
                <a:latin typeface="Calibri"/>
                <a:ea typeface="Calibri"/>
              </a:rPr>
              <a:t>Funciona de la siguiente manera:</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p:txBody>
      </p:sp>
      <p:sp>
        <p:nvSpPr>
          <p:cNvPr id="235"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Random Forest</a:t>
            </a:r>
            <a:endParaRPr lang="es-ES" sz="4400" b="0" strike="noStrike" spc="-1">
              <a:solidFill>
                <a:srgbClr val="000000"/>
              </a:solidFill>
              <a:latin typeface="Arial"/>
            </a:endParaRPr>
          </a:p>
        </p:txBody>
      </p:sp>
      <p:sp>
        <p:nvSpPr>
          <p:cNvPr id="236" name="Google Shape;237;g9c522aaa2e_0_66"/>
          <p:cNvSpPr/>
          <p:nvPr/>
        </p:nvSpPr>
        <p:spPr>
          <a:xfrm>
            <a:off x="684360" y="2877840"/>
            <a:ext cx="4744440" cy="33062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marL="457200" indent="-336600">
              <a:lnSpc>
                <a:spcPct val="100000"/>
              </a:lnSpc>
              <a:buClr>
                <a:srgbClr val="FFFFFF"/>
              </a:buClr>
              <a:buFont typeface="Calibri"/>
              <a:buAutoNum type="arabicPeriod"/>
            </a:pPr>
            <a:r>
              <a:rPr lang="en-GB" sz="1700" b="0" strike="noStrike" spc="-1">
                <a:solidFill>
                  <a:schemeClr val="lt1"/>
                </a:solidFill>
                <a:latin typeface="Calibri"/>
                <a:ea typeface="Calibri"/>
              </a:rPr>
              <a:t>Escogemos una cantidad de árboles que entrenaremos.</a:t>
            </a:r>
            <a:endParaRPr lang="es-ES" sz="1700" b="0" strike="noStrike" spc="-1">
              <a:solidFill>
                <a:srgbClr val="FFFFFF"/>
              </a:solidFill>
              <a:latin typeface="Arial"/>
            </a:endParaRPr>
          </a:p>
          <a:p>
            <a:pPr marL="457200" indent="-336600">
              <a:lnSpc>
                <a:spcPct val="100000"/>
              </a:lnSpc>
              <a:buClr>
                <a:srgbClr val="FFFFFF"/>
              </a:buClr>
              <a:buFont typeface="Calibri"/>
              <a:buAutoNum type="arabicPeriod"/>
            </a:pPr>
            <a:r>
              <a:rPr lang="en-GB" sz="1700" b="0" strike="noStrike" spc="-1">
                <a:solidFill>
                  <a:schemeClr val="lt1"/>
                </a:solidFill>
                <a:latin typeface="Calibri"/>
                <a:ea typeface="Calibri"/>
              </a:rPr>
              <a:t>Cada árbol escoge un conjunto aleatorio de features para realizar cada split. Este número lo podemos configurar en sklearn.</a:t>
            </a:r>
            <a:endParaRPr lang="es-ES" sz="1700" b="0" strike="noStrike" spc="-1">
              <a:solidFill>
                <a:srgbClr val="FFFFFF"/>
              </a:solidFill>
              <a:latin typeface="Arial"/>
            </a:endParaRPr>
          </a:p>
          <a:p>
            <a:pPr marL="457200" indent="-336600">
              <a:lnSpc>
                <a:spcPct val="100000"/>
              </a:lnSpc>
              <a:buClr>
                <a:srgbClr val="FFFFFF"/>
              </a:buClr>
              <a:buFont typeface="Calibri"/>
              <a:buAutoNum type="arabicPeriod"/>
            </a:pPr>
            <a:r>
              <a:rPr lang="en-GB" sz="1700" b="0" strike="noStrike" spc="-1">
                <a:solidFill>
                  <a:schemeClr val="lt1"/>
                </a:solidFill>
                <a:latin typeface="Calibri"/>
                <a:ea typeface="Calibri"/>
              </a:rPr>
              <a:t>Aplicamos boostrapping, es decir, cada árbol entrena con una muestra aleatoria con reemplazamiento del conjunto de train.</a:t>
            </a:r>
            <a:endParaRPr lang="es-ES" sz="1700" b="0" strike="noStrike" spc="-1">
              <a:solidFill>
                <a:srgbClr val="FFFFFF"/>
              </a:solidFill>
              <a:latin typeface="Arial"/>
            </a:endParaRPr>
          </a:p>
          <a:p>
            <a:pPr marL="457200" indent="-336600">
              <a:lnSpc>
                <a:spcPct val="100000"/>
              </a:lnSpc>
              <a:buClr>
                <a:srgbClr val="FFFFFF"/>
              </a:buClr>
              <a:buFont typeface="Calibri"/>
              <a:buAutoNum type="arabicPeriod"/>
            </a:pPr>
            <a:r>
              <a:rPr lang="en-GB" sz="1700" b="0" strike="noStrike" spc="-1">
                <a:solidFill>
                  <a:schemeClr val="lt1"/>
                </a:solidFill>
                <a:latin typeface="Calibri"/>
                <a:ea typeface="Calibri"/>
              </a:rPr>
              <a:t>Una vez entrenados los árboles, aplicamos el sistema de votación de bagging para las predicciones.</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p:txBody>
      </p:sp>
      <p:pic>
        <p:nvPicPr>
          <p:cNvPr id="237" name="Google Shape;238;g9c522aaa2e_0_66"/>
          <p:cNvPicPr/>
          <p:nvPr/>
        </p:nvPicPr>
        <p:blipFill>
          <a:blip r:embed="rId3"/>
          <a:stretch/>
        </p:blipFill>
        <p:spPr>
          <a:xfrm>
            <a:off x="6107400" y="2766240"/>
            <a:ext cx="4408560" cy="330624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Google Shape;244;g9c522aaa2e_0_133"/>
          <p:cNvSpPr/>
          <p:nvPr/>
        </p:nvSpPr>
        <p:spPr>
          <a:xfrm>
            <a:off x="684360" y="1653480"/>
            <a:ext cx="10234800" cy="18032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700" b="0" strike="noStrike" spc="-1" dirty="0">
                <a:solidFill>
                  <a:schemeClr val="lt1"/>
                </a:solidFill>
                <a:latin typeface="Calibri"/>
                <a:ea typeface="Calibri"/>
              </a:rPr>
              <a:t>Una </a:t>
            </a:r>
            <a:r>
              <a:rPr lang="en-GB" sz="1700" b="0" strike="noStrike" spc="-1" dirty="0" err="1">
                <a:solidFill>
                  <a:schemeClr val="lt1"/>
                </a:solidFill>
                <a:latin typeface="Calibri"/>
                <a:ea typeface="Calibri"/>
              </a:rPr>
              <a:t>característica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interesante</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que</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tiene</a:t>
            </a:r>
            <a:r>
              <a:rPr lang="en-GB" sz="1700" b="0" strike="noStrike" spc="-1" dirty="0">
                <a:solidFill>
                  <a:schemeClr val="lt1"/>
                </a:solidFill>
                <a:latin typeface="Calibri"/>
                <a:ea typeface="Calibri"/>
              </a:rPr>
              <a:t> Random Forest es el feature importance. Nos da </a:t>
            </a:r>
            <a:r>
              <a:rPr lang="en-GB" sz="1700" b="0" strike="noStrike" spc="-1" dirty="0" err="1">
                <a:solidFill>
                  <a:schemeClr val="lt1"/>
                </a:solidFill>
                <a:latin typeface="Calibri"/>
                <a:ea typeface="Calibri"/>
              </a:rPr>
              <a:t>una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medida</a:t>
            </a:r>
            <a:r>
              <a:rPr lang="en-GB" sz="1700" b="0" strike="noStrike" spc="-1" dirty="0">
                <a:solidFill>
                  <a:schemeClr val="lt1"/>
                </a:solidFill>
                <a:latin typeface="Calibri"/>
                <a:ea typeface="Calibri"/>
              </a:rPr>
              <a:t> de </a:t>
            </a:r>
            <a:r>
              <a:rPr lang="en-GB" sz="1700" b="0" strike="noStrike" spc="-1" dirty="0" err="1">
                <a:solidFill>
                  <a:schemeClr val="lt1"/>
                </a:solidFill>
                <a:latin typeface="Calibri"/>
                <a:ea typeface="Calibri"/>
              </a:rPr>
              <a:t>cuánto</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aporta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cada</a:t>
            </a:r>
            <a:r>
              <a:rPr lang="en-GB" sz="1700" b="0" strike="noStrike" spc="-1" dirty="0">
                <a:solidFill>
                  <a:schemeClr val="lt1"/>
                </a:solidFill>
                <a:latin typeface="Calibri"/>
                <a:ea typeface="Calibri"/>
              </a:rPr>
              <a:t> feature a las </a:t>
            </a:r>
            <a:r>
              <a:rPr lang="en-GB" sz="1700" b="0" strike="noStrike" spc="-1" dirty="0" err="1">
                <a:solidFill>
                  <a:schemeClr val="lt1"/>
                </a:solidFill>
                <a:latin typeface="Calibri"/>
                <a:ea typeface="Calibri"/>
              </a:rPr>
              <a:t>predicciones</a:t>
            </a:r>
            <a:r>
              <a:rPr lang="en-GB" sz="1700" b="0" strike="noStrike" spc="-1" dirty="0">
                <a:solidFill>
                  <a:schemeClr val="lt1"/>
                </a:solidFill>
                <a:latin typeface="Calibri"/>
                <a:ea typeface="Calibri"/>
              </a:rPr>
              <a:t>. Se </a:t>
            </a:r>
            <a:r>
              <a:rPr lang="en-GB" sz="1700" b="0" strike="noStrike" spc="-1" dirty="0" err="1">
                <a:solidFill>
                  <a:schemeClr val="lt1"/>
                </a:solidFill>
                <a:latin typeface="Calibri"/>
                <a:ea typeface="Calibri"/>
              </a:rPr>
              <a:t>calcula</a:t>
            </a:r>
            <a:r>
              <a:rPr lang="en-GB" sz="1700" b="0" strike="noStrike" spc="-1" dirty="0">
                <a:solidFill>
                  <a:schemeClr val="lt1"/>
                </a:solidFill>
                <a:latin typeface="Calibri"/>
                <a:ea typeface="Calibri"/>
              </a:rPr>
              <a:t> para </a:t>
            </a:r>
            <a:r>
              <a:rPr lang="en-GB" sz="1700" b="0" strike="noStrike" spc="-1" dirty="0" err="1">
                <a:solidFill>
                  <a:schemeClr val="lt1"/>
                </a:solidFill>
                <a:latin typeface="Calibri"/>
                <a:ea typeface="Calibri"/>
              </a:rPr>
              <a:t>cada</a:t>
            </a:r>
            <a:r>
              <a:rPr lang="en-GB" sz="1700" b="0" strike="noStrike" spc="-1" dirty="0">
                <a:solidFill>
                  <a:schemeClr val="lt1"/>
                </a:solidFill>
                <a:latin typeface="Calibri"/>
                <a:ea typeface="Calibri"/>
              </a:rPr>
              <a:t> feature la </a:t>
            </a:r>
            <a:r>
              <a:rPr lang="en-GB" sz="1700" b="0" strike="noStrike" spc="-1" dirty="0" err="1">
                <a:solidFill>
                  <a:schemeClr val="lt1"/>
                </a:solidFill>
                <a:latin typeface="Calibri"/>
                <a:ea typeface="Calibri"/>
              </a:rPr>
              <a:t>aportación</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que</a:t>
            </a:r>
            <a:r>
              <a:rPr lang="en-GB" sz="1700" b="0" strike="noStrike" spc="-1" dirty="0">
                <a:solidFill>
                  <a:schemeClr val="lt1"/>
                </a:solidFill>
                <a:latin typeface="Calibri"/>
                <a:ea typeface="Calibri"/>
              </a:rPr>
              <a:t> ha </a:t>
            </a:r>
            <a:r>
              <a:rPr lang="en-GB" sz="1700" b="0" strike="noStrike" spc="-1" dirty="0" err="1">
                <a:solidFill>
                  <a:schemeClr val="lt1"/>
                </a:solidFill>
                <a:latin typeface="Calibri"/>
                <a:ea typeface="Calibri"/>
              </a:rPr>
              <a:t>hecho</a:t>
            </a:r>
            <a:r>
              <a:rPr lang="en-GB" sz="1700" b="0" strike="noStrike" spc="-1" dirty="0">
                <a:solidFill>
                  <a:schemeClr val="lt1"/>
                </a:solidFill>
                <a:latin typeface="Calibri"/>
                <a:ea typeface="Calibri"/>
              </a:rPr>
              <a:t> al </a:t>
            </a:r>
            <a:r>
              <a:rPr lang="en-GB" sz="1700" b="0" strike="noStrike" spc="-1" dirty="0" err="1">
                <a:solidFill>
                  <a:schemeClr val="lt1"/>
                </a:solidFill>
                <a:latin typeface="Calibri"/>
                <a:ea typeface="Calibri"/>
              </a:rPr>
              <a:t>gini</a:t>
            </a:r>
            <a:r>
              <a:rPr lang="en-GB" sz="1700" b="0" strike="noStrike" spc="-1" dirty="0">
                <a:solidFill>
                  <a:schemeClr val="lt1"/>
                </a:solidFill>
                <a:latin typeface="Calibri"/>
                <a:ea typeface="Calibri"/>
              </a:rPr>
              <a:t> o </a:t>
            </a:r>
            <a:r>
              <a:rPr lang="en-GB" sz="1700" b="0" strike="noStrike" spc="-1" dirty="0" err="1">
                <a:solidFill>
                  <a:schemeClr val="lt1"/>
                </a:solidFill>
                <a:latin typeface="Calibri"/>
                <a:ea typeface="Calibri"/>
              </a:rPr>
              <a:t>entropía</a:t>
            </a:r>
            <a:r>
              <a:rPr lang="en-GB" sz="1700" b="0" strike="noStrike" spc="-1" dirty="0">
                <a:solidFill>
                  <a:schemeClr val="lt1"/>
                </a:solidFill>
                <a:latin typeface="Calibri"/>
                <a:ea typeface="Calibri"/>
              </a:rPr>
              <a:t>. Para </a:t>
            </a:r>
            <a:r>
              <a:rPr lang="en-GB" sz="1700" b="0" strike="noStrike" spc="-1" dirty="0" err="1">
                <a:solidFill>
                  <a:schemeClr val="lt1"/>
                </a:solidFill>
                <a:latin typeface="Calibri"/>
                <a:ea typeface="Calibri"/>
              </a:rPr>
              <a:t>todos</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los</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árboles</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Calculamos</a:t>
            </a:r>
            <a:r>
              <a:rPr lang="en-GB" sz="1700" b="0" strike="noStrike" spc="-1" dirty="0">
                <a:solidFill>
                  <a:schemeClr val="lt1"/>
                </a:solidFill>
                <a:latin typeface="Calibri"/>
                <a:ea typeface="Calibri"/>
              </a:rPr>
              <a:t> la media de la </a:t>
            </a:r>
            <a:r>
              <a:rPr lang="en-GB" sz="1700" b="0" strike="noStrike" spc="-1" dirty="0" err="1">
                <a:solidFill>
                  <a:schemeClr val="lt1"/>
                </a:solidFill>
                <a:latin typeface="Calibri"/>
                <a:ea typeface="Calibri"/>
              </a:rPr>
              <a:t>aportación</a:t>
            </a:r>
            <a:r>
              <a:rPr lang="en-GB" sz="1700" b="0" strike="noStrike" spc="-1" dirty="0">
                <a:solidFill>
                  <a:schemeClr val="lt1"/>
                </a:solidFill>
                <a:latin typeface="Calibri"/>
                <a:ea typeface="Calibri"/>
              </a:rPr>
              <a:t> de </a:t>
            </a:r>
            <a:r>
              <a:rPr lang="en-GB" sz="1700" b="0" strike="noStrike" spc="-1" dirty="0" err="1">
                <a:solidFill>
                  <a:schemeClr val="lt1"/>
                </a:solidFill>
                <a:latin typeface="Calibri"/>
                <a:ea typeface="Calibri"/>
              </a:rPr>
              <a:t>cada</a:t>
            </a:r>
            <a:r>
              <a:rPr lang="en-GB" sz="1700" b="0" strike="noStrike" spc="-1" dirty="0">
                <a:solidFill>
                  <a:schemeClr val="lt1"/>
                </a:solidFill>
                <a:latin typeface="Calibri"/>
                <a:ea typeface="Calibri"/>
              </a:rPr>
              <a:t> feature.</a:t>
            </a:r>
            <a:endParaRPr lang="es-ES" sz="1700" b="0" strike="noStrike" spc="-1" dirty="0">
              <a:solidFill>
                <a:srgbClr val="FFFFFF"/>
              </a:solidFill>
              <a:latin typeface="Arial"/>
            </a:endParaRPr>
          </a:p>
          <a:p>
            <a:pPr>
              <a:lnSpc>
                <a:spcPct val="100000"/>
              </a:lnSpc>
              <a:tabLst>
                <a:tab pos="0" algn="l"/>
              </a:tabLst>
            </a:pPr>
            <a:endParaRPr lang="es-ES" sz="1700" b="0" strike="noStrike" spc="-1" dirty="0">
              <a:solidFill>
                <a:srgbClr val="FFFFFF"/>
              </a:solidFill>
              <a:latin typeface="Arial"/>
            </a:endParaRPr>
          </a:p>
          <a:p>
            <a:pPr>
              <a:lnSpc>
                <a:spcPct val="100000"/>
              </a:lnSpc>
              <a:tabLst>
                <a:tab pos="0" algn="l"/>
              </a:tabLst>
            </a:pPr>
            <a:r>
              <a:rPr lang="en-GB" sz="1700" b="0" strike="noStrike" spc="-1" dirty="0">
                <a:solidFill>
                  <a:schemeClr val="lt1"/>
                </a:solidFill>
                <a:latin typeface="Calibri"/>
                <a:ea typeface="Calibri"/>
              </a:rPr>
              <a:t>Por suerte </a:t>
            </a:r>
            <a:r>
              <a:rPr lang="en-GB" sz="1700" b="0" strike="noStrike" spc="-1" dirty="0" err="1">
                <a:solidFill>
                  <a:schemeClr val="lt1"/>
                </a:solidFill>
                <a:latin typeface="Calibri"/>
                <a:ea typeface="Calibri"/>
              </a:rPr>
              <a:t>sklearn</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ya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realiza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esta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operación</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por</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nosotros</a:t>
            </a:r>
            <a:r>
              <a:rPr lang="en-GB" sz="1700" b="0" strike="noStrike" spc="-1" dirty="0">
                <a:solidFill>
                  <a:schemeClr val="lt1"/>
                </a:solidFill>
                <a:latin typeface="Calibri"/>
                <a:ea typeface="Calibri"/>
              </a:rPr>
              <a:t>, y lo </a:t>
            </a:r>
            <a:r>
              <a:rPr lang="en-GB" sz="1700" b="0" strike="noStrike" spc="-1" dirty="0" err="1">
                <a:solidFill>
                  <a:schemeClr val="lt1"/>
                </a:solidFill>
                <a:latin typeface="Calibri"/>
                <a:ea typeface="Calibri"/>
              </a:rPr>
              <a:t>normaliza</a:t>
            </a:r>
            <a:r>
              <a:rPr lang="en-GB" sz="1700" b="0" strike="noStrike" spc="-1" dirty="0">
                <a:solidFill>
                  <a:schemeClr val="lt1"/>
                </a:solidFill>
                <a:latin typeface="Calibri"/>
                <a:ea typeface="Calibri"/>
              </a:rPr>
              <a:t> a 1, de </a:t>
            </a:r>
            <a:r>
              <a:rPr lang="en-GB" sz="1700" b="0" strike="noStrike" spc="-1" dirty="0" err="1">
                <a:solidFill>
                  <a:schemeClr val="lt1"/>
                </a:solidFill>
                <a:latin typeface="Calibri"/>
                <a:ea typeface="Calibri"/>
              </a:rPr>
              <a:t>tal</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manera</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que</a:t>
            </a:r>
            <a:r>
              <a:rPr lang="en-GB" sz="1700" b="0" strike="noStrike" spc="-1" dirty="0">
                <a:solidFill>
                  <a:schemeClr val="lt1"/>
                </a:solidFill>
                <a:latin typeface="Calibri"/>
                <a:ea typeface="Calibri"/>
              </a:rPr>
              <a:t> las features </a:t>
            </a:r>
            <a:r>
              <a:rPr lang="en-GB" sz="1700" b="0" strike="noStrike" spc="-1" dirty="0" err="1">
                <a:solidFill>
                  <a:schemeClr val="lt1"/>
                </a:solidFill>
                <a:latin typeface="Calibri"/>
                <a:ea typeface="Calibri"/>
              </a:rPr>
              <a:t>más</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importantes</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estarán</a:t>
            </a:r>
            <a:r>
              <a:rPr lang="en-GB" sz="1700" b="0" strike="noStrike" spc="-1" dirty="0">
                <a:solidFill>
                  <a:schemeClr val="lt1"/>
                </a:solidFill>
                <a:latin typeface="Calibri"/>
                <a:ea typeface="Calibri"/>
              </a:rPr>
              <a:t> </a:t>
            </a:r>
            <a:r>
              <a:rPr lang="en-GB" sz="1700" b="0" strike="noStrike" spc="-1" dirty="0" err="1">
                <a:solidFill>
                  <a:schemeClr val="lt1"/>
                </a:solidFill>
                <a:latin typeface="Calibri"/>
                <a:ea typeface="Calibri"/>
              </a:rPr>
              <a:t>cercanas</a:t>
            </a:r>
            <a:r>
              <a:rPr lang="en-GB" sz="1700" b="0" strike="noStrike" spc="-1" dirty="0">
                <a:solidFill>
                  <a:schemeClr val="lt1"/>
                </a:solidFill>
                <a:latin typeface="Calibri"/>
                <a:ea typeface="Calibri"/>
              </a:rPr>
              <a:t> a 1.</a:t>
            </a:r>
            <a:endParaRPr lang="es-ES" sz="1700" b="0" strike="noStrike" spc="-1" dirty="0">
              <a:solidFill>
                <a:srgbClr val="FFFFFF"/>
              </a:solidFill>
              <a:latin typeface="Arial"/>
            </a:endParaRPr>
          </a:p>
          <a:p>
            <a:pPr>
              <a:lnSpc>
                <a:spcPct val="100000"/>
              </a:lnSpc>
              <a:tabLst>
                <a:tab pos="0" algn="l"/>
              </a:tabLst>
            </a:pPr>
            <a:endParaRPr lang="es-ES" sz="1700" b="0" strike="noStrike" spc="-1" dirty="0">
              <a:solidFill>
                <a:srgbClr val="FFFFFF"/>
              </a:solidFill>
              <a:latin typeface="Arial"/>
            </a:endParaRPr>
          </a:p>
        </p:txBody>
      </p:sp>
      <p:sp>
        <p:nvSpPr>
          <p:cNvPr id="239"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Feature importance</a:t>
            </a:r>
            <a:endParaRPr lang="es-ES" sz="4400" b="0" strike="noStrike" spc="-1">
              <a:solidFill>
                <a:srgbClr val="000000"/>
              </a:solidFill>
              <a:latin typeface="Arial"/>
            </a:endParaRPr>
          </a:p>
        </p:txBody>
      </p:sp>
      <p:pic>
        <p:nvPicPr>
          <p:cNvPr id="240" name="Google Shape;246;g9c522aaa2e_0_133"/>
          <p:cNvPicPr/>
          <p:nvPr/>
        </p:nvPicPr>
        <p:blipFill>
          <a:blip r:embed="rId3"/>
          <a:stretch/>
        </p:blipFill>
        <p:spPr>
          <a:xfrm>
            <a:off x="7084800" y="3681720"/>
            <a:ext cx="3344760" cy="2303280"/>
          </a:xfrm>
          <a:prstGeom prst="rect">
            <a:avLst/>
          </a:prstGeom>
          <a:ln w="0">
            <a:noFill/>
          </a:ln>
        </p:spPr>
      </p:pic>
      <p:sp>
        <p:nvSpPr>
          <p:cNvPr id="241" name="Google Shape;247;g9c522aaa2e_0_133"/>
          <p:cNvSpPr/>
          <p:nvPr/>
        </p:nvSpPr>
        <p:spPr>
          <a:xfrm>
            <a:off x="6826680" y="6076080"/>
            <a:ext cx="4935240" cy="13834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700" b="0" strike="noStrike" spc="-1">
                <a:solidFill>
                  <a:schemeClr val="lt1"/>
                </a:solidFill>
                <a:latin typeface="Calibri"/>
                <a:ea typeface="Calibri"/>
              </a:rPr>
              <a:t>Feature importance para predicción de números</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p:txBody>
      </p:sp>
      <p:pic>
        <p:nvPicPr>
          <p:cNvPr id="242" name="Google Shape;248;g9c522aaa2e_0_133"/>
          <p:cNvPicPr/>
          <p:nvPr/>
        </p:nvPicPr>
        <p:blipFill>
          <a:blip r:embed="rId4"/>
          <a:stretch/>
        </p:blipFill>
        <p:spPr>
          <a:xfrm>
            <a:off x="684360" y="3764520"/>
            <a:ext cx="5770440" cy="2137320"/>
          </a:xfrm>
          <a:prstGeom prst="rect">
            <a:avLst/>
          </a:prstGeom>
          <a:ln w="0">
            <a:noFill/>
          </a:ln>
        </p:spPr>
      </p:pic>
      <p:sp>
        <p:nvSpPr>
          <p:cNvPr id="2" name="CuadroTexto 1">
            <a:extLst>
              <a:ext uri="{FF2B5EF4-FFF2-40B4-BE49-F238E27FC236}">
                <a16:creationId xmlns:a16="http://schemas.microsoft.com/office/drawing/2014/main" id="{73061A71-DCF1-066E-0895-2AACBA5D5DCF}"/>
              </a:ext>
            </a:extLst>
          </p:cNvPr>
          <p:cNvSpPr txBox="1"/>
          <p:nvPr/>
        </p:nvSpPr>
        <p:spPr>
          <a:xfrm>
            <a:off x="8757180" y="3035389"/>
            <a:ext cx="3191314" cy="646331"/>
          </a:xfrm>
          <a:prstGeom prst="rect">
            <a:avLst/>
          </a:prstGeom>
          <a:noFill/>
        </p:spPr>
        <p:txBody>
          <a:bodyPr wrap="square" rtlCol="0">
            <a:spAutoFit/>
          </a:bodyPr>
          <a:lstStyle/>
          <a:p>
            <a:r>
              <a:rPr lang="es-ES" sz="1200" dirty="0">
                <a:solidFill>
                  <a:schemeClr val="bg1"/>
                </a:solidFill>
              </a:rPr>
              <a:t>Importancia de los pixeles en la predicción de números. Son mucho más importantes los del centro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2276640" y="2330280"/>
            <a:ext cx="7638480" cy="2197440"/>
          </a:xfrm>
          <a:prstGeom prst="rect">
            <a:avLst/>
          </a:prstGeom>
          <a:noFill/>
          <a:ln w="0">
            <a:noFill/>
          </a:ln>
        </p:spPr>
        <p:txBody>
          <a:bodyPr lIns="91440" tIns="45720" rIns="91440" bIns="45720" anchor="ctr">
            <a:noAutofit/>
          </a:bodyPr>
          <a:lstStyle/>
          <a:p>
            <a:pPr indent="0" algn="ctr">
              <a:lnSpc>
                <a:spcPct val="90000"/>
              </a:lnSpc>
              <a:buNone/>
              <a:tabLst>
                <a:tab pos="0" algn="l"/>
              </a:tabLst>
            </a:pPr>
            <a:r>
              <a:rPr lang="en-GB" sz="4400" b="0" strike="noStrike" spc="-1">
                <a:solidFill>
                  <a:srgbClr val="FF0000"/>
                </a:solidFill>
                <a:latin typeface="Calibri"/>
                <a:ea typeface="Calibri"/>
              </a:rPr>
              <a:t>Boosting</a:t>
            </a:r>
            <a:endParaRPr lang="es-ES" sz="44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Google Shape;260;g9c522aaa2e_0_84"/>
          <p:cNvSpPr/>
          <p:nvPr/>
        </p:nvSpPr>
        <p:spPr>
          <a:xfrm>
            <a:off x="684360" y="1653480"/>
            <a:ext cx="10234800" cy="1856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700" b="0" strike="noStrike" spc="-1">
                <a:solidFill>
                  <a:schemeClr val="lt1"/>
                </a:solidFill>
                <a:latin typeface="Calibri"/>
                <a:ea typeface="Calibri"/>
              </a:rPr>
              <a:t>En el caso del bagging, teníamos un conjunto de modelos independientes, cuyos outputs agregados servían para el output final. En boosting los modelos se entrenan secuencialmente y por tanto existe una dependencia entre ellos.</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a:p>
            <a:pPr>
              <a:lnSpc>
                <a:spcPct val="100000"/>
              </a:lnSpc>
              <a:tabLst>
                <a:tab pos="0" algn="l"/>
              </a:tabLst>
            </a:pPr>
            <a:r>
              <a:rPr lang="en-GB" sz="1700" b="0" strike="noStrike" spc="-1">
                <a:solidFill>
                  <a:schemeClr val="lt1"/>
                </a:solidFill>
                <a:latin typeface="Calibri"/>
                <a:ea typeface="Calibri"/>
              </a:rPr>
              <a:t>Básicamente en esta técnica los modelos van intentando mejorar su predecesor, recibiendo los errores del mismo, e intentando mejorar su resultado</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a:p>
            <a:pPr>
              <a:lnSpc>
                <a:spcPct val="100000"/>
              </a:lnSpc>
              <a:tabLst>
                <a:tab pos="0" algn="l"/>
              </a:tabLst>
            </a:pPr>
            <a:r>
              <a:rPr lang="en-GB" sz="1700" b="0" strike="noStrike" spc="-1">
                <a:solidFill>
                  <a:schemeClr val="lt1"/>
                </a:solidFill>
                <a:latin typeface="Calibri"/>
                <a:ea typeface="Calibri"/>
              </a:rPr>
              <a:t>Los algoritmos más utilizados son:</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a:p>
            <a:pPr marL="457200" indent="-336600">
              <a:lnSpc>
                <a:spcPct val="100000"/>
              </a:lnSpc>
              <a:buClr>
                <a:srgbClr val="FFFFFF"/>
              </a:buClr>
              <a:buFont typeface="Calibri"/>
              <a:buAutoNum type="arabicPeriod"/>
              <a:tabLst>
                <a:tab pos="0" algn="l"/>
              </a:tabLst>
            </a:pPr>
            <a:r>
              <a:rPr lang="en-GB" sz="1700" b="0" strike="noStrike" spc="-1">
                <a:solidFill>
                  <a:schemeClr val="lt1"/>
                </a:solidFill>
                <a:latin typeface="Calibri"/>
                <a:ea typeface="Calibri"/>
              </a:rPr>
              <a:t>AdaBoost</a:t>
            </a:r>
            <a:endParaRPr lang="es-ES" sz="1700" b="0" strike="noStrike" spc="-1">
              <a:solidFill>
                <a:srgbClr val="FFFFFF"/>
              </a:solidFill>
              <a:latin typeface="Arial"/>
            </a:endParaRPr>
          </a:p>
          <a:p>
            <a:pPr marL="457200" indent="-336600">
              <a:lnSpc>
                <a:spcPct val="100000"/>
              </a:lnSpc>
              <a:buClr>
                <a:srgbClr val="FFFFFF"/>
              </a:buClr>
              <a:buFont typeface="Calibri"/>
              <a:buAutoNum type="arabicPeriod"/>
              <a:tabLst>
                <a:tab pos="0" algn="l"/>
              </a:tabLst>
            </a:pPr>
            <a:r>
              <a:rPr lang="en-GB" sz="1700" b="0" strike="noStrike" spc="-1">
                <a:solidFill>
                  <a:schemeClr val="lt1"/>
                </a:solidFill>
                <a:latin typeface="Calibri"/>
                <a:ea typeface="Calibri"/>
              </a:rPr>
              <a:t>Gradient Boosting</a:t>
            </a:r>
            <a:endParaRPr lang="es-ES" sz="1700" b="0" strike="noStrike" spc="-1">
              <a:solidFill>
                <a:srgbClr val="FFFFFF"/>
              </a:solidFill>
              <a:latin typeface="Arial"/>
            </a:endParaRPr>
          </a:p>
          <a:p>
            <a:pPr marL="457200" indent="-336600">
              <a:lnSpc>
                <a:spcPct val="100000"/>
              </a:lnSpc>
              <a:buClr>
                <a:srgbClr val="FFFFFF"/>
              </a:buClr>
              <a:buFont typeface="Calibri"/>
              <a:buAutoNum type="arabicPeriod"/>
              <a:tabLst>
                <a:tab pos="0" algn="l"/>
              </a:tabLst>
            </a:pPr>
            <a:r>
              <a:rPr lang="en-GB" sz="1700" b="0" strike="noStrike" spc="-1">
                <a:solidFill>
                  <a:schemeClr val="lt1"/>
                </a:solidFill>
                <a:latin typeface="Calibri"/>
                <a:ea typeface="Calibri"/>
              </a:rPr>
              <a:t>XGBoost</a:t>
            </a:r>
            <a:endParaRPr lang="es-ES" sz="1700" b="0" strike="noStrike" spc="-1">
              <a:solidFill>
                <a:srgbClr val="FFFFFF"/>
              </a:solidFill>
              <a:latin typeface="Arial"/>
            </a:endParaRPr>
          </a:p>
          <a:p>
            <a:pPr>
              <a:lnSpc>
                <a:spcPct val="100000"/>
              </a:lnSpc>
              <a:tabLst>
                <a:tab pos="0" algn="l"/>
              </a:tabLst>
            </a:pPr>
            <a:endParaRPr lang="es-ES" sz="1700" b="0" strike="noStrike" spc="-1">
              <a:solidFill>
                <a:srgbClr val="FFFFFF"/>
              </a:solidFill>
              <a:latin typeface="Arial"/>
            </a:endParaRPr>
          </a:p>
        </p:txBody>
      </p:sp>
      <p:sp>
        <p:nvSpPr>
          <p:cNvPr id="245"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Boosting</a:t>
            </a:r>
            <a:endParaRPr lang="es-ES" sz="4400" b="0" strike="noStrike" spc="-1">
              <a:solidFill>
                <a:srgbClr val="000000"/>
              </a:solidFill>
              <a:latin typeface="Arial"/>
            </a:endParaRPr>
          </a:p>
        </p:txBody>
      </p:sp>
      <p:pic>
        <p:nvPicPr>
          <p:cNvPr id="246" name="Google Shape;262;g9c522aaa2e_0_84"/>
          <p:cNvPicPr/>
          <p:nvPr/>
        </p:nvPicPr>
        <p:blipFill>
          <a:blip r:embed="rId3"/>
          <a:stretch/>
        </p:blipFill>
        <p:spPr>
          <a:xfrm>
            <a:off x="4964400" y="3571920"/>
            <a:ext cx="5954760" cy="2806920"/>
          </a:xfrm>
          <a:prstGeom prst="rect">
            <a:avLst/>
          </a:prstGeom>
          <a:ln w="0">
            <a:noFill/>
          </a:ln>
        </p:spPr>
      </p:pic>
      <p:sp>
        <p:nvSpPr>
          <p:cNvPr id="2" name="CuadroTexto 1">
            <a:extLst>
              <a:ext uri="{FF2B5EF4-FFF2-40B4-BE49-F238E27FC236}">
                <a16:creationId xmlns:a16="http://schemas.microsoft.com/office/drawing/2014/main" id="{72263147-9AE4-73B2-0185-2135261A05EA}"/>
              </a:ext>
            </a:extLst>
          </p:cNvPr>
          <p:cNvSpPr txBox="1"/>
          <p:nvPr/>
        </p:nvSpPr>
        <p:spPr>
          <a:xfrm>
            <a:off x="3069771" y="821632"/>
            <a:ext cx="7849389" cy="584775"/>
          </a:xfrm>
          <a:prstGeom prst="rect">
            <a:avLst/>
          </a:prstGeom>
          <a:noFill/>
        </p:spPr>
        <p:txBody>
          <a:bodyPr wrap="square" rtlCol="0">
            <a:spAutoFit/>
          </a:bodyPr>
          <a:lstStyle/>
          <a:p>
            <a:r>
              <a:rPr lang="es-ES" sz="1600" dirty="0">
                <a:solidFill>
                  <a:schemeClr val="bg1"/>
                </a:solidFill>
              </a:rPr>
              <a:t>Esto es lo más potente antes del Deep </a:t>
            </a:r>
            <a:r>
              <a:rPr lang="es-ES" sz="1600" dirty="0" err="1">
                <a:solidFill>
                  <a:schemeClr val="bg1"/>
                </a:solidFill>
              </a:rPr>
              <a:t>learning</a:t>
            </a:r>
            <a:r>
              <a:rPr lang="es-ES" sz="1600" dirty="0">
                <a:solidFill>
                  <a:schemeClr val="bg1"/>
                </a:solidFill>
              </a:rPr>
              <a:t>. Con este tipo de modelos resolvemos el 90% de los problemas</a:t>
            </a:r>
          </a:p>
        </p:txBody>
      </p:sp>
      <p:sp>
        <p:nvSpPr>
          <p:cNvPr id="3" name="CuadroTexto 2">
            <a:extLst>
              <a:ext uri="{FF2B5EF4-FFF2-40B4-BE49-F238E27FC236}">
                <a16:creationId xmlns:a16="http://schemas.microsoft.com/office/drawing/2014/main" id="{F08A8B15-9E34-8905-BE95-42B86C54B3FD}"/>
              </a:ext>
            </a:extLst>
          </p:cNvPr>
          <p:cNvSpPr txBox="1"/>
          <p:nvPr/>
        </p:nvSpPr>
        <p:spPr>
          <a:xfrm>
            <a:off x="252333" y="4975380"/>
            <a:ext cx="7849389" cy="584775"/>
          </a:xfrm>
          <a:prstGeom prst="rect">
            <a:avLst/>
          </a:prstGeom>
          <a:noFill/>
        </p:spPr>
        <p:txBody>
          <a:bodyPr wrap="square" rtlCol="0">
            <a:spAutoFit/>
          </a:bodyPr>
          <a:lstStyle/>
          <a:p>
            <a:r>
              <a:rPr lang="es-ES" sz="1600" dirty="0">
                <a:solidFill>
                  <a:schemeClr val="bg1"/>
                </a:solidFill>
              </a:rPr>
              <a:t>Casi siempre en árboles excepto en algunos casos</a:t>
            </a:r>
          </a:p>
          <a:p>
            <a:r>
              <a:rPr lang="es-ES" sz="1600" dirty="0">
                <a:solidFill>
                  <a:schemeClr val="bg1"/>
                </a:solidFill>
              </a:rPr>
              <a:t> concretos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717017" y="509606"/>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AdaBoost (Adaptive Boosting)</a:t>
            </a:r>
            <a:endParaRPr lang="es-ES" sz="4400" b="0" strike="noStrike" spc="-1">
              <a:solidFill>
                <a:srgbClr val="000000"/>
              </a:solidFill>
              <a:latin typeface="Arial"/>
            </a:endParaRPr>
          </a:p>
        </p:txBody>
      </p:sp>
      <p:pic>
        <p:nvPicPr>
          <p:cNvPr id="248" name="Picture 2"/>
          <p:cNvPicPr/>
          <p:nvPr/>
        </p:nvPicPr>
        <p:blipFill>
          <a:blip r:embed="rId3"/>
          <a:stretch/>
        </p:blipFill>
        <p:spPr>
          <a:xfrm>
            <a:off x="996840" y="1729080"/>
            <a:ext cx="9070560" cy="4876200"/>
          </a:xfrm>
          <a:prstGeom prst="rect">
            <a:avLst/>
          </a:prstGeom>
          <a:ln w="0">
            <a:noFill/>
          </a:ln>
        </p:spPr>
      </p:pic>
      <p:sp>
        <p:nvSpPr>
          <p:cNvPr id="2" name="CuadroTexto 1">
            <a:extLst>
              <a:ext uri="{FF2B5EF4-FFF2-40B4-BE49-F238E27FC236}">
                <a16:creationId xmlns:a16="http://schemas.microsoft.com/office/drawing/2014/main" id="{2FB981B2-710E-E960-FFAB-195559DAC5C3}"/>
              </a:ext>
            </a:extLst>
          </p:cNvPr>
          <p:cNvSpPr txBox="1"/>
          <p:nvPr/>
        </p:nvSpPr>
        <p:spPr>
          <a:xfrm>
            <a:off x="9786257" y="335004"/>
            <a:ext cx="2242457" cy="1323439"/>
          </a:xfrm>
          <a:prstGeom prst="rect">
            <a:avLst/>
          </a:prstGeom>
          <a:noFill/>
        </p:spPr>
        <p:txBody>
          <a:bodyPr wrap="square" rtlCol="0">
            <a:spAutoFit/>
          </a:bodyPr>
          <a:lstStyle/>
          <a:p>
            <a:r>
              <a:rPr lang="es-ES" sz="1600" dirty="0">
                <a:solidFill>
                  <a:schemeClr val="bg1"/>
                </a:solidFill>
              </a:rPr>
              <a:t>Arboles muy sencillos, la complejidad es en la sucesión de ellos que intentan corregir los errores anteriores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Google Shape;268;g9c522aaa2e_0_98"/>
          <p:cNvSpPr/>
          <p:nvPr/>
        </p:nvSpPr>
        <p:spPr>
          <a:xfrm>
            <a:off x="684360" y="1653480"/>
            <a:ext cx="10234800" cy="1856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500" b="0" strike="noStrike" spc="-1">
                <a:solidFill>
                  <a:schemeClr val="lt1"/>
                </a:solidFill>
                <a:latin typeface="Calibri"/>
                <a:ea typeface="Calibri"/>
              </a:rPr>
              <a:t>Se trata de un conjunto de modelos iguales (árboles de decisión normalmente) que actúan de manera secuencial. Las predicciones (junto con sus errores) del modelo predecesor sirven de input para el siguiente, de tal manera que se intenta corregir el error del modelo. Se pone foco en los peores errores.</a:t>
            </a: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r>
              <a:rPr lang="en-GB" sz="1500" b="0" strike="noStrike" spc="-1">
                <a:solidFill>
                  <a:schemeClr val="lt1"/>
                </a:solidFill>
                <a:latin typeface="Calibri"/>
                <a:ea typeface="Calibri"/>
              </a:rPr>
              <a:t>Según lo bien que lo haga cada modelo intentando corregir los errores, se le aplicará un parámetro α diferente.</a:t>
            </a:r>
            <a:endParaRPr lang="es-ES" sz="1500" b="0" strike="noStrike" spc="-1">
              <a:solidFill>
                <a:srgbClr val="FFFFFF"/>
              </a:solidFill>
              <a:latin typeface="Arial"/>
            </a:endParaRPr>
          </a:p>
          <a:p>
            <a:pPr>
              <a:lnSpc>
                <a:spcPct val="100000"/>
              </a:lnSpc>
              <a:tabLst>
                <a:tab pos="0" algn="l"/>
              </a:tabLst>
            </a:pPr>
            <a:r>
              <a:rPr lang="en-GB" sz="1500" b="0" strike="noStrike" spc="-1">
                <a:solidFill>
                  <a:schemeClr val="lt1"/>
                </a:solidFill>
                <a:latin typeface="Calibri"/>
                <a:ea typeface="Calibri"/>
              </a:rPr>
              <a:t>Una vez entrenados, el output del modelo final será una combinación lineal de todos los estimadores, teniendo en cuenta el peso de cada uno, α.</a:t>
            </a:r>
            <a:endParaRPr lang="es-ES" sz="1500" b="0" strike="noStrike" spc="-1">
              <a:solidFill>
                <a:srgbClr val="FFFFFF"/>
              </a:solidFill>
              <a:latin typeface="Arial"/>
            </a:endParaRPr>
          </a:p>
        </p:txBody>
      </p:sp>
      <p:sp>
        <p:nvSpPr>
          <p:cNvPr id="250"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AdaBoost (Adaptive Boosting)</a:t>
            </a:r>
            <a:endParaRPr lang="es-ES" sz="4400" b="0" strike="noStrike" spc="-1">
              <a:solidFill>
                <a:srgbClr val="000000"/>
              </a:solidFill>
              <a:latin typeface="Arial"/>
            </a:endParaRPr>
          </a:p>
        </p:txBody>
      </p:sp>
      <p:pic>
        <p:nvPicPr>
          <p:cNvPr id="251" name="Google Shape;270;g9c522aaa2e_0_98"/>
          <p:cNvPicPr/>
          <p:nvPr/>
        </p:nvPicPr>
        <p:blipFill>
          <a:blip r:embed="rId3"/>
          <a:stretch/>
        </p:blipFill>
        <p:spPr>
          <a:xfrm>
            <a:off x="816840" y="3708360"/>
            <a:ext cx="5020560" cy="2321280"/>
          </a:xfrm>
          <a:prstGeom prst="rect">
            <a:avLst/>
          </a:prstGeom>
          <a:ln w="0">
            <a:noFill/>
          </a:ln>
        </p:spPr>
      </p:pic>
      <p:pic>
        <p:nvPicPr>
          <p:cNvPr id="252" name="Picture 2" descr="mls2 0707"/>
          <p:cNvPicPr/>
          <p:nvPr/>
        </p:nvPicPr>
        <p:blipFill>
          <a:blip r:embed="rId4"/>
          <a:stretch/>
        </p:blipFill>
        <p:spPr>
          <a:xfrm>
            <a:off x="6390720" y="3633120"/>
            <a:ext cx="4528440" cy="2649600"/>
          </a:xfrm>
          <a:prstGeom prst="rect">
            <a:avLst/>
          </a:prstGeom>
          <a:ln w="0">
            <a:noFill/>
          </a:ln>
        </p:spPr>
      </p:pic>
      <p:sp>
        <p:nvSpPr>
          <p:cNvPr id="2" name="CuadroTexto 1">
            <a:extLst>
              <a:ext uri="{FF2B5EF4-FFF2-40B4-BE49-F238E27FC236}">
                <a16:creationId xmlns:a16="http://schemas.microsoft.com/office/drawing/2014/main" id="{A33674AF-4459-75D7-F374-80584ADF2248}"/>
              </a:ext>
            </a:extLst>
          </p:cNvPr>
          <p:cNvSpPr txBox="1"/>
          <p:nvPr/>
        </p:nvSpPr>
        <p:spPr>
          <a:xfrm>
            <a:off x="6128657" y="221153"/>
            <a:ext cx="6063343" cy="584775"/>
          </a:xfrm>
          <a:prstGeom prst="rect">
            <a:avLst/>
          </a:prstGeom>
          <a:noFill/>
        </p:spPr>
        <p:txBody>
          <a:bodyPr wrap="square" rtlCol="0">
            <a:spAutoFit/>
          </a:bodyPr>
          <a:lstStyle/>
          <a:p>
            <a:r>
              <a:rPr lang="es-ES" sz="1600" dirty="0">
                <a:solidFill>
                  <a:schemeClr val="bg1"/>
                </a:solidFill>
              </a:rPr>
              <a:t>Alpha es lo que yo puedo tocar: es decirle cuanto quiero que corrija el error anterior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GradientBoost</a:t>
            </a:r>
            <a:endParaRPr lang="es-ES" sz="4400" b="0" strike="noStrike" spc="-1">
              <a:solidFill>
                <a:srgbClr val="000000"/>
              </a:solidFill>
              <a:latin typeface="Arial"/>
            </a:endParaRPr>
          </a:p>
        </p:txBody>
      </p:sp>
      <p:pic>
        <p:nvPicPr>
          <p:cNvPr id="254" name="Picture 2"/>
          <p:cNvPicPr/>
          <p:nvPr/>
        </p:nvPicPr>
        <p:blipFill>
          <a:blip r:embed="rId3"/>
          <a:stretch/>
        </p:blipFill>
        <p:spPr>
          <a:xfrm>
            <a:off x="895320" y="1653480"/>
            <a:ext cx="10058040" cy="4742640"/>
          </a:xfrm>
          <a:prstGeom prst="rect">
            <a:avLst/>
          </a:prstGeom>
          <a:ln w="0">
            <a:noFill/>
          </a:ln>
        </p:spPr>
      </p:pic>
      <p:sp>
        <p:nvSpPr>
          <p:cNvPr id="2" name="CuadroTexto 1">
            <a:extLst>
              <a:ext uri="{FF2B5EF4-FFF2-40B4-BE49-F238E27FC236}">
                <a16:creationId xmlns:a16="http://schemas.microsoft.com/office/drawing/2014/main" id="{CF57596B-4F09-00D1-3057-5CBF7A8E03C4}"/>
              </a:ext>
            </a:extLst>
          </p:cNvPr>
          <p:cNvSpPr txBox="1"/>
          <p:nvPr/>
        </p:nvSpPr>
        <p:spPr>
          <a:xfrm>
            <a:off x="783771" y="390254"/>
            <a:ext cx="3831772" cy="369332"/>
          </a:xfrm>
          <a:prstGeom prst="rect">
            <a:avLst/>
          </a:prstGeom>
          <a:noFill/>
        </p:spPr>
        <p:txBody>
          <a:bodyPr wrap="square" rtlCol="0">
            <a:spAutoFit/>
          </a:bodyPr>
          <a:lstStyle/>
          <a:p>
            <a:r>
              <a:rPr lang="es-ES" dirty="0">
                <a:solidFill>
                  <a:schemeClr val="bg1"/>
                </a:solidFill>
              </a:rPr>
              <a:t>Es normalmente el más potente</a:t>
            </a:r>
          </a:p>
        </p:txBody>
      </p:sp>
      <p:sp>
        <p:nvSpPr>
          <p:cNvPr id="3" name="CuadroTexto 2">
            <a:extLst>
              <a:ext uri="{FF2B5EF4-FFF2-40B4-BE49-F238E27FC236}">
                <a16:creationId xmlns:a16="http://schemas.microsoft.com/office/drawing/2014/main" id="{33141640-18DF-FBBF-A68C-F85A2D74D0B2}"/>
              </a:ext>
            </a:extLst>
          </p:cNvPr>
          <p:cNvSpPr txBox="1"/>
          <p:nvPr/>
        </p:nvSpPr>
        <p:spPr>
          <a:xfrm>
            <a:off x="4389275" y="487438"/>
            <a:ext cx="6564085" cy="1200329"/>
          </a:xfrm>
          <a:prstGeom prst="rect">
            <a:avLst/>
          </a:prstGeom>
          <a:noFill/>
        </p:spPr>
        <p:txBody>
          <a:bodyPr wrap="square" rtlCol="0">
            <a:spAutoFit/>
          </a:bodyPr>
          <a:lstStyle/>
          <a:p>
            <a:r>
              <a:rPr lang="es-ES" dirty="0">
                <a:solidFill>
                  <a:schemeClr val="bg1"/>
                </a:solidFill>
              </a:rPr>
              <a:t>No intento predecir el resultado sino que cada uno intenta predecir el error del anterior. Con las mismas </a:t>
            </a:r>
            <a:r>
              <a:rPr lang="es-ES" dirty="0" err="1">
                <a:solidFill>
                  <a:schemeClr val="bg1"/>
                </a:solidFill>
              </a:rPr>
              <a:t>features</a:t>
            </a:r>
            <a:r>
              <a:rPr lang="es-ES" dirty="0">
                <a:solidFill>
                  <a:schemeClr val="bg1"/>
                </a:solidFill>
              </a:rPr>
              <a:t> lo que se intenta predecir es el error cometido (es el target). A cada uno le llegan los errores cometidos hasta ese punto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Google Shape;288;g9c522aaa2e_0_123"/>
          <p:cNvSpPr/>
          <p:nvPr/>
        </p:nvSpPr>
        <p:spPr>
          <a:xfrm>
            <a:off x="684360" y="1653480"/>
            <a:ext cx="10234800" cy="1856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500" b="0" strike="noStrike" spc="-1">
                <a:solidFill>
                  <a:schemeClr val="lt1"/>
                </a:solidFill>
                <a:latin typeface="Calibri"/>
                <a:ea typeface="Calibri"/>
              </a:rPr>
              <a:t>Al igual que el AdaBoost, el GradientBoost trabaja sobre un conjunto secuencial de modelos (árboles de decisión), tratando de corregir a su predecesor. Sin embargo, cuando el AdaBoost iba actualizando los pesos de cada observación, el GradientBoosting intenta ajustar, minimizar los errores (residuos) del modelo predecesor.</a:t>
            </a: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r>
              <a:rPr lang="en-GB" sz="1500" b="0" strike="noStrike" spc="-1">
                <a:solidFill>
                  <a:schemeClr val="lt1"/>
                </a:solidFill>
                <a:latin typeface="Calibri"/>
                <a:ea typeface="Calibri"/>
              </a:rPr>
              <a:t>El modelo final será una combinación lineal de todos los estimadores.</a:t>
            </a:r>
            <a:endParaRPr lang="es-ES" sz="1500" b="0" strike="noStrike" spc="-1">
              <a:solidFill>
                <a:srgbClr val="FFFFFF"/>
              </a:solidFill>
              <a:latin typeface="Arial"/>
            </a:endParaRPr>
          </a:p>
        </p:txBody>
      </p:sp>
      <p:sp>
        <p:nvSpPr>
          <p:cNvPr id="256"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GradientBoost</a:t>
            </a:r>
            <a:endParaRPr lang="es-ES" sz="4400" b="0" strike="noStrike" spc="-1">
              <a:solidFill>
                <a:srgbClr val="000000"/>
              </a:solidFill>
              <a:latin typeface="Arial"/>
            </a:endParaRPr>
          </a:p>
        </p:txBody>
      </p:sp>
      <p:pic>
        <p:nvPicPr>
          <p:cNvPr id="257" name="Google Shape;290;g9c522aaa2e_0_123"/>
          <p:cNvPicPr/>
          <p:nvPr/>
        </p:nvPicPr>
        <p:blipFill>
          <a:blip r:embed="rId3"/>
          <a:stretch/>
        </p:blipFill>
        <p:spPr>
          <a:xfrm>
            <a:off x="2905920" y="3172680"/>
            <a:ext cx="5570280" cy="3042360"/>
          </a:xfrm>
          <a:prstGeom prst="rect">
            <a:avLst/>
          </a:prstGeom>
          <a:ln w="0">
            <a:noFill/>
          </a:ln>
        </p:spPr>
      </p:pic>
      <p:sp>
        <p:nvSpPr>
          <p:cNvPr id="2" name="CuadroTexto 1">
            <a:extLst>
              <a:ext uri="{FF2B5EF4-FFF2-40B4-BE49-F238E27FC236}">
                <a16:creationId xmlns:a16="http://schemas.microsoft.com/office/drawing/2014/main" id="{6DF849CB-8BF5-836E-EEC2-616F176EEE40}"/>
              </a:ext>
            </a:extLst>
          </p:cNvPr>
          <p:cNvSpPr txBox="1"/>
          <p:nvPr/>
        </p:nvSpPr>
        <p:spPr>
          <a:xfrm>
            <a:off x="8839200" y="3172680"/>
            <a:ext cx="2492829" cy="1815882"/>
          </a:xfrm>
          <a:prstGeom prst="rect">
            <a:avLst/>
          </a:prstGeom>
          <a:noFill/>
        </p:spPr>
        <p:txBody>
          <a:bodyPr wrap="square" rtlCol="0">
            <a:spAutoFit/>
          </a:bodyPr>
          <a:lstStyle/>
          <a:p>
            <a:r>
              <a:rPr lang="es-ES" sz="1600" dirty="0">
                <a:solidFill>
                  <a:schemeClr val="bg1"/>
                </a:solidFill>
              </a:rPr>
              <a:t>Aquí también puedo hacer </a:t>
            </a:r>
            <a:r>
              <a:rPr lang="es-ES" sz="1600" b="1" dirty="0" err="1">
                <a:solidFill>
                  <a:schemeClr val="bg1"/>
                </a:solidFill>
              </a:rPr>
              <a:t>Bootstraping</a:t>
            </a:r>
            <a:r>
              <a:rPr lang="es-ES" sz="1600" dirty="0">
                <a:solidFill>
                  <a:schemeClr val="bg1"/>
                </a:solidFill>
              </a:rPr>
              <a:t> aunque sólo en </a:t>
            </a:r>
            <a:r>
              <a:rPr lang="es-ES" sz="1600" dirty="0" err="1">
                <a:solidFill>
                  <a:schemeClr val="bg1"/>
                </a:solidFill>
              </a:rPr>
              <a:t>features</a:t>
            </a:r>
            <a:r>
              <a:rPr lang="es-ES" sz="1600" dirty="0">
                <a:solidFill>
                  <a:schemeClr val="bg1"/>
                </a:solidFill>
              </a:rPr>
              <a:t> porque no tendría sentido que intentara corregir errores sobre entradas diferentes</a:t>
            </a:r>
          </a:p>
        </p:txBody>
      </p:sp>
      <p:sp>
        <p:nvSpPr>
          <p:cNvPr id="3" name="CuadroTexto 2">
            <a:extLst>
              <a:ext uri="{FF2B5EF4-FFF2-40B4-BE49-F238E27FC236}">
                <a16:creationId xmlns:a16="http://schemas.microsoft.com/office/drawing/2014/main" id="{352A4042-9E11-DAC0-4F78-B4E714BE95A3}"/>
              </a:ext>
            </a:extLst>
          </p:cNvPr>
          <p:cNvSpPr txBox="1"/>
          <p:nvPr/>
        </p:nvSpPr>
        <p:spPr>
          <a:xfrm>
            <a:off x="4305300" y="858302"/>
            <a:ext cx="5546271" cy="307777"/>
          </a:xfrm>
          <a:prstGeom prst="rect">
            <a:avLst/>
          </a:prstGeom>
          <a:noFill/>
        </p:spPr>
        <p:txBody>
          <a:bodyPr wrap="square" rtlCol="0">
            <a:spAutoFit/>
          </a:bodyPr>
          <a:lstStyle/>
          <a:p>
            <a:r>
              <a:rPr lang="es-ES" sz="1400" dirty="0">
                <a:solidFill>
                  <a:schemeClr val="bg1"/>
                </a:solidFill>
              </a:rPr>
              <a:t>Son para problemas complejos: muchas líneas y muchas </a:t>
            </a:r>
            <a:r>
              <a:rPr lang="es-ES" sz="1400" dirty="0" err="1">
                <a:solidFill>
                  <a:schemeClr val="bg1"/>
                </a:solidFill>
              </a:rPr>
              <a:t>features</a:t>
            </a:r>
            <a:endParaRPr lang="es-ES" sz="1400" dirty="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Google Shape;288;g9c522aaa2e_0_123"/>
          <p:cNvSpPr/>
          <p:nvPr/>
        </p:nvSpPr>
        <p:spPr>
          <a:xfrm>
            <a:off x="684360" y="1653480"/>
            <a:ext cx="10234800" cy="1856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GB" sz="1500" b="0" strike="noStrike" spc="-1">
                <a:solidFill>
                  <a:schemeClr val="lt1"/>
                </a:solidFill>
                <a:latin typeface="Calibri"/>
                <a:ea typeface="Calibri"/>
              </a:rPr>
              <a:t>XGBoost es una biblioteca con una versión mejorada del algoritmo GradientBoosting.</a:t>
            </a: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r>
              <a:rPr lang="es-ES" sz="1500" b="0" strike="noStrike" spc="-1">
                <a:solidFill>
                  <a:schemeClr val="lt1"/>
                </a:solidFill>
                <a:latin typeface="Calibri"/>
                <a:ea typeface="Calibri"/>
              </a:rPr>
              <a:t>Se destaca por su alta eficiencia, flexibilidad y precisión en diversas tareas de regresión y clasificación. Fue diseniada para manejar datos tabulares y puede trabajar con datasets grandes o complejos.</a:t>
            </a:r>
            <a:endParaRPr lang="es-ES" sz="1500" b="0" strike="noStrike" spc="-1">
              <a:solidFill>
                <a:srgbClr val="FFFFFF"/>
              </a:solidFill>
              <a:latin typeface="Arial"/>
            </a:endParaRPr>
          </a:p>
        </p:txBody>
      </p:sp>
      <p:sp>
        <p:nvSpPr>
          <p:cNvPr id="259"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XGBoost</a:t>
            </a:r>
            <a:endParaRPr lang="es-ES" sz="4400" b="0" strike="noStrike" spc="-1">
              <a:solidFill>
                <a:srgbClr val="000000"/>
              </a:solidFill>
              <a:latin typeface="Arial"/>
            </a:endParaRPr>
          </a:p>
        </p:txBody>
      </p:sp>
      <p:sp>
        <p:nvSpPr>
          <p:cNvPr id="2" name="CuadroTexto 1">
            <a:extLst>
              <a:ext uri="{FF2B5EF4-FFF2-40B4-BE49-F238E27FC236}">
                <a16:creationId xmlns:a16="http://schemas.microsoft.com/office/drawing/2014/main" id="{0551E883-AB19-6462-146C-1434FA027B1A}"/>
              </a:ext>
            </a:extLst>
          </p:cNvPr>
          <p:cNvSpPr txBox="1"/>
          <p:nvPr/>
        </p:nvSpPr>
        <p:spPr>
          <a:xfrm>
            <a:off x="2754875" y="806243"/>
            <a:ext cx="8164285" cy="615553"/>
          </a:xfrm>
          <a:prstGeom prst="rect">
            <a:avLst/>
          </a:prstGeom>
          <a:noFill/>
        </p:spPr>
        <p:txBody>
          <a:bodyPr wrap="square" rtlCol="0">
            <a:spAutoFit/>
          </a:bodyPr>
          <a:lstStyle/>
          <a:p>
            <a:r>
              <a:rPr lang="es-ES" sz="1600" dirty="0">
                <a:solidFill>
                  <a:schemeClr val="bg1"/>
                </a:solidFill>
              </a:rPr>
              <a:t>Es una librería propia. No hace diferente que lo anterior pero está adaptada computacionalmente para un ordenador </a:t>
            </a:r>
            <a:r>
              <a:rPr lang="es-ES" dirty="0">
                <a:solidFill>
                  <a:schemeClr val="bg1"/>
                </a:solidFill>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Google Shape;288;g9c522aaa2e_0_123"/>
          <p:cNvSpPr/>
          <p:nvPr/>
        </p:nvSpPr>
        <p:spPr>
          <a:xfrm>
            <a:off x="684360" y="1653480"/>
            <a:ext cx="10234800" cy="1856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s-ES" sz="1500" b="0" strike="noStrike" spc="-1">
                <a:solidFill>
                  <a:schemeClr val="lt1"/>
                </a:solidFill>
                <a:latin typeface="Calibri"/>
                <a:ea typeface="Calibri"/>
              </a:rPr>
              <a:t>Hands on Machine Learning</a:t>
            </a:r>
            <a:endParaRPr lang="es-ES" sz="1500" b="0" strike="noStrike" spc="-1">
              <a:solidFill>
                <a:srgbClr val="FFFFFF"/>
              </a:solidFill>
              <a:latin typeface="Arial"/>
            </a:endParaRPr>
          </a:p>
          <a:p>
            <a:pPr>
              <a:lnSpc>
                <a:spcPct val="100000"/>
              </a:lnSpc>
              <a:tabLst>
                <a:tab pos="0" algn="l"/>
              </a:tabLst>
            </a:pPr>
            <a:r>
              <a:rPr lang="es-ES" sz="1500" b="0" u="sng" strike="noStrike" spc="-1">
                <a:solidFill>
                  <a:schemeClr val="lt1"/>
                </a:solidFill>
                <a:uFillTx/>
                <a:latin typeface="Calibri"/>
                <a:ea typeface="Calibri"/>
                <a:hlinkClick r:id="rId3"/>
              </a:rPr>
              <a:t>https://learning.oreilly.com/library/view/hands-on-machine-learning/9781492032632/ch07.html#ensembles_chapter</a:t>
            </a: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r>
              <a:rPr lang="es-ES" sz="1500" b="0" u="sng" strike="noStrike" spc="-1">
                <a:solidFill>
                  <a:schemeClr val="lt1"/>
                </a:solidFill>
                <a:uFillTx/>
                <a:latin typeface="Calibri"/>
                <a:ea typeface="Calibri"/>
                <a:hlinkClick r:id="rId4"/>
              </a:rPr>
              <a:t>https://towardsdatascience.com/simple-guide-for-ensemble-learning-methods-d87cc68705a2</a:t>
            </a: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r>
              <a:rPr lang="es-ES" sz="1800" b="0" u="sng" strike="noStrike" spc="-1">
                <a:solidFill>
                  <a:srgbClr val="0563C1"/>
                </a:solidFill>
                <a:uFillTx/>
                <a:latin typeface="Calibri"/>
                <a:ea typeface="Arial"/>
                <a:hlinkClick r:id="rId5"/>
              </a:rPr>
              <a:t>https://towardsdatascience.com/how-does-xgboost-work-748bc75c58aa</a:t>
            </a:r>
            <a:endParaRPr lang="es-ES" sz="18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a:p>
            <a:pPr>
              <a:lnSpc>
                <a:spcPct val="100000"/>
              </a:lnSpc>
              <a:tabLst>
                <a:tab pos="0" algn="l"/>
              </a:tabLst>
            </a:pPr>
            <a:endParaRPr lang="es-ES" sz="1500" b="0" strike="noStrike" spc="-1">
              <a:solidFill>
                <a:srgbClr val="FFFFFF"/>
              </a:solidFill>
              <a:latin typeface="Arial"/>
            </a:endParaRPr>
          </a:p>
        </p:txBody>
      </p:sp>
      <p:sp>
        <p:nvSpPr>
          <p:cNvPr id="261" name="PlaceHolder 1"/>
          <p:cNvSpPr>
            <a:spLocks noGrp="1"/>
          </p:cNvSpPr>
          <p:nvPr>
            <p:ph type="title"/>
          </p:nvPr>
        </p:nvSpPr>
        <p:spPr>
          <a:xfrm>
            <a:off x="684360" y="574920"/>
            <a:ext cx="7638480" cy="1078200"/>
          </a:xfrm>
          <a:prstGeom prst="rect">
            <a:avLst/>
          </a:prstGeom>
          <a:noFill/>
          <a:ln w="0">
            <a:noFill/>
          </a:ln>
        </p:spPr>
        <p:txBody>
          <a:bodyPr lIns="91440" tIns="45720" rIns="91440" bIns="45720" anchor="ctr">
            <a:noAutofit/>
          </a:bodyPr>
          <a:lstStyle/>
          <a:p>
            <a:pPr indent="0">
              <a:lnSpc>
                <a:spcPct val="90000"/>
              </a:lnSpc>
              <a:buNone/>
              <a:tabLst>
                <a:tab pos="0" algn="l"/>
              </a:tabLst>
            </a:pPr>
            <a:r>
              <a:rPr lang="en-GB" sz="4400" b="0" strike="noStrike" spc="-1">
                <a:solidFill>
                  <a:srgbClr val="FF0000"/>
                </a:solidFill>
                <a:latin typeface="Calibri"/>
                <a:ea typeface="Calibri"/>
              </a:rPr>
              <a:t>Bibliografía</a:t>
            </a:r>
            <a:endParaRPr lang="es-ES" sz="44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6f8505da-c265-4c9b-8f79-5eb1c5d317b9}" enabled="1" method="Standard" siteId="{b984e578-dd3f-4fcd-afea-1c381ab634f3}" contentBits="0" removed="0"/>
</clbl:labelList>
</file>

<file path=docProps/app.xml><?xml version="1.0" encoding="utf-8"?>
<Properties xmlns="http://schemas.openxmlformats.org/officeDocument/2006/extended-properties" xmlns:vt="http://schemas.openxmlformats.org/officeDocument/2006/docPropsVTypes">
  <Template/>
  <TotalTime>2714</TotalTime>
  <Words>1666</Words>
  <Application>Microsoft Office PowerPoint</Application>
  <PresentationFormat>Panorámica</PresentationFormat>
  <Paragraphs>269</Paragraphs>
  <Slides>21</Slides>
  <Notes>21</Notes>
  <HiddenSlides>0</HiddenSlides>
  <MMClips>0</MMClips>
  <ScaleCrop>false</ScaleCrop>
  <HeadingPairs>
    <vt:vector size="6" baseType="variant">
      <vt:variant>
        <vt:lpstr>Fuentes usadas</vt:lpstr>
      </vt:variant>
      <vt:variant>
        <vt:i4>5</vt:i4>
      </vt:variant>
      <vt:variant>
        <vt:lpstr>Tema</vt:lpstr>
      </vt:variant>
      <vt:variant>
        <vt:i4>11</vt:i4>
      </vt:variant>
      <vt:variant>
        <vt:lpstr>Títulos de diapositiva</vt:lpstr>
      </vt:variant>
      <vt:variant>
        <vt:i4>21</vt:i4>
      </vt:variant>
    </vt:vector>
  </HeadingPairs>
  <TitlesOfParts>
    <vt:vector size="37" baseType="lpstr">
      <vt:lpstr>Arial</vt:lpstr>
      <vt:lpstr>Calibri</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Machine Learning – Ensembling</vt:lpstr>
      <vt:lpstr>Concurso de la tele</vt:lpstr>
      <vt:lpstr>Definición</vt:lpstr>
      <vt:lpstr>Tipos de Ensembles</vt:lpstr>
      <vt:lpstr>Votación</vt:lpstr>
      <vt:lpstr>Algoritmos de votación</vt:lpstr>
      <vt:lpstr>¿Cómo se realizan las predicciones?</vt:lpstr>
      <vt:lpstr>Voting</vt:lpstr>
      <vt:lpstr>Bagging y Pasting</vt:lpstr>
      <vt:lpstr>Bagging (Bootstrap Aggregating)</vt:lpstr>
      <vt:lpstr>Random Forest Demo https://waternova.github.io/random-forest-viz/ </vt:lpstr>
      <vt:lpstr>Random Forest</vt:lpstr>
      <vt:lpstr>Feature importance</vt:lpstr>
      <vt:lpstr>Boosting</vt:lpstr>
      <vt:lpstr>Boosting</vt:lpstr>
      <vt:lpstr>AdaBoost (Adaptive Boosting)</vt:lpstr>
      <vt:lpstr>AdaBoost (Adaptive Boosting)</vt:lpstr>
      <vt:lpstr>GradientBoost</vt:lpstr>
      <vt:lpstr>GradientBoost</vt:lpstr>
      <vt:lpstr>XGBoost</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Ensembling</dc:title>
  <dc:subject/>
  <dc:creator>Gabriel VT</dc:creator>
  <dc:description/>
  <cp:lastModifiedBy>Santiago, Jon</cp:lastModifiedBy>
  <cp:revision>34</cp:revision>
  <dcterms:created xsi:type="dcterms:W3CDTF">2020-05-12T19:48:30Z</dcterms:created>
  <dcterms:modified xsi:type="dcterms:W3CDTF">2026-04-24T11:02:01Z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21</vt:i4>
  </property>
  <property fmtid="{D5CDD505-2E9C-101B-9397-08002B2CF9AE}" pid="3" name="PresentationFormat">
    <vt:lpwstr>Widescreen</vt:lpwstr>
  </property>
  <property fmtid="{D5CDD505-2E9C-101B-9397-08002B2CF9AE}" pid="4" name="Slides">
    <vt:i4>21</vt:i4>
  </property>
</Properties>
</file>