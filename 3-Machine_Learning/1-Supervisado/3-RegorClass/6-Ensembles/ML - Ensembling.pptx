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ES" sz="1400" spc="-1" strike="noStrike">
                <a:solidFill>
                  <a:srgbClr val="000000"/>
                </a:solidFill>
                <a:latin typeface="Arial"/>
              </a:rPr>
              <a:t>Pulse para desplazar la diapositiva</a:t>
            </a:r>
            <a:endParaRPr b="0" lang="es-ES" sz="1400" spc="-1" strike="noStrike">
              <a:solidFill>
                <a:srgbClr val="000000"/>
              </a:solidFill>
              <a:latin typeface="Arial"/>
            </a:endParaRPr>
          </a:p>
        </p:txBody>
      </p:sp>
      <p:sp>
        <p:nvSpPr>
          <p:cNvPr id="6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6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68"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69"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70"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4A7F5120-A412-4CAA-8128-7828214DBEFF}"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6040" cy="3085920"/>
          </a:xfrm>
          <a:prstGeom prst="rect">
            <a:avLst/>
          </a:prstGeom>
          <a:ln w="0">
            <a:noFill/>
          </a:ln>
        </p:spPr>
      </p:sp>
      <p:sp>
        <p:nvSpPr>
          <p:cNvPr id="2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64"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73532CCB-DC86-435B-829C-6E6EF9446DAC}"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6040" cy="3085920"/>
          </a:xfrm>
          <a:prstGeom prst="rect">
            <a:avLst/>
          </a:prstGeom>
          <a:ln w="0">
            <a:noFill/>
          </a:ln>
        </p:spPr>
      </p:sp>
      <p:sp>
        <p:nvSpPr>
          <p:cNvPr id="266"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67"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858F422F-3197-446E-BABD-CE7D41669954}"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6040" cy="3085920"/>
          </a:xfrm>
          <a:prstGeom prst="rect">
            <a:avLst/>
          </a:prstGeom>
          <a:ln w="0">
            <a:noFill/>
          </a:ln>
        </p:spPr>
      </p:sp>
      <p:sp>
        <p:nvSpPr>
          <p:cNvPr id="269"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70"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5C9C524B-3D24-46EF-B69D-1344087B20F2}"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6040" cy="3085920"/>
          </a:xfrm>
          <a:prstGeom prst="rect">
            <a:avLst/>
          </a:prstGeom>
          <a:ln w="0">
            <a:noFill/>
          </a:ln>
        </p:spPr>
      </p:sp>
      <p:sp>
        <p:nvSpPr>
          <p:cNvPr id="272"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73"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36545946-B4EF-4DEC-B847-FF4EE8827BBC}"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6040" cy="3085920"/>
          </a:xfrm>
          <a:prstGeom prst="rect">
            <a:avLst/>
          </a:prstGeom>
          <a:ln w="0">
            <a:noFill/>
          </a:ln>
        </p:spPr>
      </p:sp>
      <p:sp>
        <p:nvSpPr>
          <p:cNvPr id="275"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76"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3FFEC600-88E7-450C-A4CB-AA339AA4FC22}"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6040" cy="3085920"/>
          </a:xfrm>
          <a:prstGeom prst="rect">
            <a:avLst/>
          </a:prstGeom>
          <a:ln w="0">
            <a:noFill/>
          </a:ln>
        </p:spPr>
      </p:sp>
      <p:sp>
        <p:nvSpPr>
          <p:cNvPr id="278"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79"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5FFBC95D-E37E-4C28-9943-93A4244409E7}"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6040" cy="3085920"/>
          </a:xfrm>
          <a:prstGeom prst="rect">
            <a:avLst/>
          </a:prstGeom>
          <a:ln w="0">
            <a:noFill/>
          </a:ln>
        </p:spPr>
      </p:sp>
      <p:sp>
        <p:nvSpPr>
          <p:cNvPr id="281"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82"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3DCB3E3C-0E2F-4918-81A7-0FEB00921DB7}"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6040" cy="3085920"/>
          </a:xfrm>
          <a:prstGeom prst="rect">
            <a:avLst/>
          </a:prstGeom>
          <a:ln w="0">
            <a:noFill/>
          </a:ln>
        </p:spPr>
      </p:sp>
      <p:sp>
        <p:nvSpPr>
          <p:cNvPr id="284"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85"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9B7628B4-D6B5-48AA-9879-46E83CC4A495}"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6040" cy="3085920"/>
          </a:xfrm>
          <a:prstGeom prst="rect">
            <a:avLst/>
          </a:prstGeom>
          <a:ln w="0">
            <a:noFill/>
          </a:ln>
        </p:spPr>
      </p:sp>
      <p:sp>
        <p:nvSpPr>
          <p:cNvPr id="287"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88"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4FCDD70B-0478-435C-8516-9056429CE861}"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6040" cy="3085920"/>
          </a:xfrm>
          <a:prstGeom prst="rect">
            <a:avLst/>
          </a:prstGeom>
          <a:ln w="0">
            <a:noFill/>
          </a:ln>
        </p:spPr>
      </p:sp>
      <p:sp>
        <p:nvSpPr>
          <p:cNvPr id="290"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91" name="PlaceHolder 3"/>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BA45456C-A9CB-4F52-AFA7-2D6C0AFD93D4}"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6040" cy="3085920"/>
          </a:xfrm>
          <a:prstGeom prst="rect">
            <a:avLst/>
          </a:prstGeom>
          <a:ln w="0">
            <a:noFill/>
          </a:ln>
        </p:spPr>
      </p:sp>
      <p:sp>
        <p:nvSpPr>
          <p:cNvPr id="293"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94"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32BEBF86-EBF9-4190-8736-09BDD3ECC8A7}"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685800" y="1143000"/>
            <a:ext cx="5486040" cy="3085920"/>
          </a:xfrm>
          <a:prstGeom prst="rect">
            <a:avLst/>
          </a:prstGeom>
          <a:ln w="0">
            <a:noFill/>
          </a:ln>
        </p:spPr>
      </p:sp>
      <p:sp>
        <p:nvSpPr>
          <p:cNvPr id="296"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297"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5EDCC529-5882-466D-9488-259081C28765}"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685800" y="1143000"/>
            <a:ext cx="5486040" cy="3085920"/>
          </a:xfrm>
          <a:prstGeom prst="rect">
            <a:avLst/>
          </a:prstGeom>
          <a:ln w="0">
            <a:noFill/>
          </a:ln>
        </p:spPr>
      </p:sp>
      <p:sp>
        <p:nvSpPr>
          <p:cNvPr id="299"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00" name="PlaceHolder 3"/>
          <p:cNvSpPr>
            <a:spLocks noGrp="1"/>
          </p:cNvSpPr>
          <p:nvPr>
            <p:ph type="sldNum" idx="4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69F0E112-C55C-4661-8770-6CF74DA147D4}"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685800" y="1143000"/>
            <a:ext cx="5486040" cy="3085920"/>
          </a:xfrm>
          <a:prstGeom prst="rect">
            <a:avLst/>
          </a:prstGeom>
          <a:ln w="0">
            <a:noFill/>
          </a:ln>
        </p:spPr>
      </p:sp>
      <p:sp>
        <p:nvSpPr>
          <p:cNvPr id="302"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03" name="PlaceHolder 3"/>
          <p:cNvSpPr>
            <a:spLocks noGrp="1"/>
          </p:cNvSpPr>
          <p:nvPr>
            <p:ph type="sldNum" idx="5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D54202FC-2271-4EC9-9839-48AB6C2A46C0}"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6040" cy="3085920"/>
          </a:xfrm>
          <a:prstGeom prst="rect">
            <a:avLst/>
          </a:prstGeom>
          <a:ln w="0">
            <a:noFill/>
          </a:ln>
        </p:spPr>
      </p:sp>
      <p:sp>
        <p:nvSpPr>
          <p:cNvPr id="305"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06" name="PlaceHolder 3"/>
          <p:cNvSpPr>
            <a:spLocks noGrp="1"/>
          </p:cNvSpPr>
          <p:nvPr>
            <p:ph type="sldNum" idx="5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E4FA04C7-75D7-4938-B784-1C1B67B6D490}"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6040" cy="3085920"/>
          </a:xfrm>
          <a:prstGeom prst="rect">
            <a:avLst/>
          </a:prstGeom>
          <a:ln w="0">
            <a:noFill/>
          </a:ln>
        </p:spPr>
      </p:sp>
      <p:sp>
        <p:nvSpPr>
          <p:cNvPr id="308"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09"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2287BC86-D127-4C82-B6F6-0C9F04391A62}"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685800" y="1143000"/>
            <a:ext cx="5486040" cy="3085920"/>
          </a:xfrm>
          <a:prstGeom prst="rect">
            <a:avLst/>
          </a:prstGeom>
          <a:ln w="0">
            <a:noFill/>
          </a:ln>
        </p:spPr>
      </p:sp>
      <p:sp>
        <p:nvSpPr>
          <p:cNvPr id="311"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12" name="PlaceHolder 3"/>
          <p:cNvSpPr>
            <a:spLocks noGrp="1"/>
          </p:cNvSpPr>
          <p:nvPr>
            <p:ph type="sldNum" idx="5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CD3D68FF-346D-403C-B79D-BC8DAB2EF08A}"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685800" y="1143000"/>
            <a:ext cx="5486040" cy="3085920"/>
          </a:xfrm>
          <a:prstGeom prst="rect">
            <a:avLst/>
          </a:prstGeom>
          <a:ln w="0">
            <a:noFill/>
          </a:ln>
        </p:spPr>
      </p:sp>
      <p:sp>
        <p:nvSpPr>
          <p:cNvPr id="314"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15" name="PlaceHolder 3"/>
          <p:cNvSpPr>
            <a:spLocks noGrp="1"/>
          </p:cNvSpPr>
          <p:nvPr>
            <p:ph type="sldNum" idx="5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90077339-C2E2-447F-AE8E-C949985DF674}"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6040" cy="3085920"/>
          </a:xfrm>
          <a:prstGeom prst="rect">
            <a:avLst/>
          </a:prstGeom>
          <a:ln w="0">
            <a:noFill/>
          </a:ln>
        </p:spPr>
      </p:sp>
      <p:sp>
        <p:nvSpPr>
          <p:cNvPr id="317"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18" name="PlaceHolder 3"/>
          <p:cNvSpPr>
            <a:spLocks noGrp="1"/>
          </p:cNvSpPr>
          <p:nvPr>
            <p:ph type="sldNum" idx="5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56B6F665-C44A-4539-A65F-FBFB9C5946C3}"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5800" y="1143000"/>
            <a:ext cx="5486040" cy="3085920"/>
          </a:xfrm>
          <a:prstGeom prst="rect">
            <a:avLst/>
          </a:prstGeom>
          <a:ln w="0">
            <a:noFill/>
          </a:ln>
        </p:spPr>
      </p:sp>
      <p:sp>
        <p:nvSpPr>
          <p:cNvPr id="320"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21" name="PlaceHolder 3"/>
          <p:cNvSpPr>
            <a:spLocks noGrp="1"/>
          </p:cNvSpPr>
          <p:nvPr>
            <p:ph type="sldNum" idx="5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54CCE29F-3E4B-47FB-9B08-33E6A8D3A001}"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86040" cy="3085920"/>
          </a:xfrm>
          <a:prstGeom prst="rect">
            <a:avLst/>
          </a:prstGeom>
          <a:ln w="0">
            <a:noFill/>
          </a:ln>
        </p:spPr>
      </p:sp>
      <p:sp>
        <p:nvSpPr>
          <p:cNvPr id="323" name="PlaceHolder 2"/>
          <p:cNvSpPr>
            <a:spLocks noGrp="1"/>
          </p:cNvSpPr>
          <p:nvPr>
            <p:ph type="body"/>
          </p:nvPr>
        </p:nvSpPr>
        <p:spPr>
          <a:xfrm>
            <a:off x="685800" y="4400640"/>
            <a:ext cx="5486040" cy="3600360"/>
          </a:xfrm>
          <a:prstGeom prst="rect">
            <a:avLst/>
          </a:prstGeom>
          <a:noFill/>
          <a:ln w="0">
            <a:noFill/>
          </a:ln>
        </p:spPr>
        <p:txBody>
          <a:bodyPr lIns="91440" rIns="91440" tIns="45720" bIns="45720" anchor="t">
            <a:noAutofit/>
          </a:bodyPr>
          <a:p>
            <a:pPr marL="216000" indent="-216000">
              <a:buNone/>
            </a:pPr>
            <a:endParaRPr b="0" lang="es-ES" sz="1200" spc="-1" strike="noStrike">
              <a:solidFill>
                <a:schemeClr val="dk1"/>
              </a:solidFill>
              <a:latin typeface="Calibri"/>
              <a:ea typeface="Calibri"/>
            </a:endParaRPr>
          </a:p>
        </p:txBody>
      </p:sp>
      <p:sp>
        <p:nvSpPr>
          <p:cNvPr id="324" name="PlaceHolder 3"/>
          <p:cNvSpPr>
            <a:spLocks noGrp="1"/>
          </p:cNvSpPr>
          <p:nvPr>
            <p:ph type="sldNum" idx="5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52F5F828-F22F-47D7-BC97-B4A780538AC8}" type="slidenum">
              <a:rPr b="0" lang="en-GB"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s-ES" sz="1400" spc="-1" strike="noStrike">
              <a:solidFill>
                <a:srgbClr val="000000"/>
              </a:solidFill>
              <a:latin typeface="Arial"/>
            </a:endParaRPr>
          </a:p>
        </p:txBody>
      </p:sp>
      <p:sp>
        <p:nvSpPr>
          <p:cNvPr id="7" name="PlaceHolder 2"/>
          <p:cNvSpPr>
            <a:spLocks noGrp="1"/>
          </p:cNvSpPr>
          <p:nvPr>
            <p:ph/>
          </p:nvPr>
        </p:nvSpPr>
        <p:spPr>
          <a:xfrm>
            <a:off x="838080" y="1825560"/>
            <a:ext cx="2528280" cy="4350960"/>
          </a:xfrm>
          <a:prstGeom prst="rect">
            <a:avLst/>
          </a:prstGeom>
          <a:noFill/>
          <a:ln w="0">
            <a:noFill/>
          </a:ln>
        </p:spPr>
        <p:txBody>
          <a:bodyPr lIns="0" rIns="0" tIns="0" bIns="0" anchor="t">
            <a:normAutofit/>
          </a:bodyPr>
          <a:p>
            <a:pPr indent="0">
              <a:spcBef>
                <a:spcPts val="1417"/>
              </a:spcBef>
              <a:buNone/>
            </a:pPr>
            <a:endParaRPr b="0" lang="es-ES" sz="1400" spc="-1" strike="noStrike">
              <a:solidFill>
                <a:srgbClr val="000000"/>
              </a:solidFill>
              <a:latin typeface="Arial"/>
            </a:endParaRPr>
          </a:p>
        </p:txBody>
      </p:sp>
      <p:sp>
        <p:nvSpPr>
          <p:cNvPr id="8" name="PlaceHolder 3"/>
          <p:cNvSpPr>
            <a:spLocks noGrp="1"/>
          </p:cNvSpPr>
          <p:nvPr>
            <p:ph/>
          </p:nvPr>
        </p:nvSpPr>
        <p:spPr>
          <a:xfrm>
            <a:off x="3493080" y="1825560"/>
            <a:ext cx="2528280" cy="4350960"/>
          </a:xfrm>
          <a:prstGeom prst="rect">
            <a:avLst/>
          </a:prstGeom>
          <a:noFill/>
          <a:ln w="0">
            <a:noFill/>
          </a:ln>
        </p:spPr>
        <p:txBody>
          <a:bodyPr lIns="0" rIns="0" tIns="0" bIns="0" anchor="t">
            <a:normAutofit/>
          </a:bodyPr>
          <a:p>
            <a:pPr indent="0">
              <a:spcBef>
                <a:spcPts val="1417"/>
              </a:spcBef>
              <a:buNone/>
            </a:pPr>
            <a:endParaRPr b="0" lang="es-ES"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1393E7B-EF47-4E00-A031-4E667A2DDAC6}" type="slidenum">
              <a:t>&lt;#&gt;</a:t>
            </a:fld>
          </a:p>
        </p:txBody>
      </p:sp>
      <p:sp>
        <p:nvSpPr>
          <p:cNvPr id="7" name="PlaceHolder 6"/>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9DA5B8F-FFAD-438A-8F35-9E3E15C16298}" type="slidenum">
              <a:t>&lt;#&gt;</a:t>
            </a:fld>
          </a:p>
        </p:txBody>
      </p:sp>
      <p:sp>
        <p:nvSpPr>
          <p:cNvPr id="4" name="PlaceHolder 3"/>
          <p:cNvSpPr>
            <a:spLocks noGrp="1"/>
          </p:cNvSpPr>
          <p:nvPr>
            <p:ph type="dt" idx="4"/>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BDE949BA-668C-4F88-B2E1-5DA55D8DC780}" type="slidenum">
              <a:t>&lt;#&gt;</a:t>
            </a:fld>
          </a:p>
        </p:txBody>
      </p:sp>
      <p:sp>
        <p:nvSpPr>
          <p:cNvPr id="4" name="PlaceHolder 3"/>
          <p:cNvSpPr>
            <a:spLocks noGrp="1"/>
          </p:cNvSpPr>
          <p:nvPr>
            <p:ph type="dt" idx="7"/>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s-ES" sz="1400" spc="-1" strike="noStrike">
              <a:solidFill>
                <a:srgbClr val="000000"/>
              </a:solidFill>
              <a:latin typeface="Arial"/>
            </a:endParaRPr>
          </a:p>
        </p:txBody>
      </p:sp>
      <p:sp>
        <p:nvSpPr>
          <p:cNvPr id="24" name="PlaceHolder 2"/>
          <p:cNvSpPr>
            <a:spLocks noGrp="1"/>
          </p:cNvSpPr>
          <p:nvPr>
            <p:ph type="subTitle"/>
          </p:nvPr>
        </p:nvSpPr>
        <p:spPr>
          <a:xfrm>
            <a:off x="838080" y="1825560"/>
            <a:ext cx="5181120" cy="4350960"/>
          </a:xfrm>
          <a:prstGeom prst="rect">
            <a:avLst/>
          </a:prstGeom>
          <a:noFill/>
          <a:ln w="0">
            <a:noFill/>
          </a:ln>
        </p:spPr>
        <p:txBody>
          <a:bodyPr lIns="0" rIns="0" tIns="0" bIns="0" anchor="ctr">
            <a:noAutofit/>
          </a:bodyPr>
          <a:p>
            <a:pPr indent="0" algn="ctr">
              <a:buNone/>
            </a:pPr>
            <a:endParaRPr b="0" lang="es-ES" sz="3200" spc="-1" strike="noStrike">
              <a:solidFill>
                <a:srgbClr val="ffffff"/>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0DA7E87-4AEB-4A46-9846-D33383BEB8BB}" type="slidenum">
              <a:t>&lt;#&gt;</a:t>
            </a:fld>
          </a:p>
        </p:txBody>
      </p:sp>
      <p:sp>
        <p:nvSpPr>
          <p:cNvPr id="6" name="PlaceHolder 5"/>
          <p:cNvSpPr>
            <a:spLocks noGrp="1"/>
          </p:cNvSpPr>
          <p:nvPr>
            <p:ph type="dt" idx="10"/>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s-ES" sz="1400" spc="-1" strike="noStrike">
              <a:solidFill>
                <a:srgbClr val="000000"/>
              </a:solidFill>
              <a:latin typeface="Arial"/>
            </a:endParaRPr>
          </a:p>
        </p:txBody>
      </p:sp>
      <p:sp>
        <p:nvSpPr>
          <p:cNvPr id="31" name="PlaceHolder 2"/>
          <p:cNvSpPr>
            <a:spLocks noGrp="1"/>
          </p:cNvSpPr>
          <p:nvPr>
            <p:ph/>
          </p:nvPr>
        </p:nvSpPr>
        <p:spPr>
          <a:xfrm>
            <a:off x="838080" y="1825560"/>
            <a:ext cx="5181120" cy="4350960"/>
          </a:xfrm>
          <a:prstGeom prst="rect">
            <a:avLst/>
          </a:prstGeom>
          <a:noFill/>
          <a:ln w="0">
            <a:noFill/>
          </a:ln>
        </p:spPr>
        <p:txBody>
          <a:bodyPr lIns="0" rIns="0" tIns="0" bIns="0" anchor="t">
            <a:normAutofit/>
          </a:bodyPr>
          <a:p>
            <a:pPr indent="0">
              <a:spcBef>
                <a:spcPts val="1417"/>
              </a:spcBef>
              <a:buNone/>
            </a:pPr>
            <a:endParaRPr b="0" lang="es-ES" sz="1400" spc="-1" strike="noStrike">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4488B07C-0DCA-49B2-A568-14948AFA88C0}" type="slidenum">
              <a:t>&lt;#&gt;</a:t>
            </a:fld>
          </a:p>
        </p:txBody>
      </p:sp>
      <p:sp>
        <p:nvSpPr>
          <p:cNvPr id="6" name="PlaceHolder 5"/>
          <p:cNvSpPr>
            <a:spLocks noGrp="1"/>
          </p:cNvSpPr>
          <p:nvPr>
            <p:ph type="dt" idx="13"/>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7C7EBD39-0ACB-480E-81E4-26F886A772F3}" type="slidenum">
              <a:t>&lt;#&gt;</a:t>
            </a:fld>
          </a:p>
        </p:txBody>
      </p:sp>
      <p:sp>
        <p:nvSpPr>
          <p:cNvPr id="4" name="PlaceHolder 3"/>
          <p:cNvSpPr>
            <a:spLocks noGrp="1"/>
          </p:cNvSpPr>
          <p:nvPr>
            <p:ph type="dt" idx="16"/>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DC660B7-5E62-4D08-819F-8BC4C3612568}" type="slidenum">
              <a:t>&lt;#&gt;</a:t>
            </a:fld>
          </a:p>
        </p:txBody>
      </p:sp>
      <p:sp>
        <p:nvSpPr>
          <p:cNvPr id="4" name="PlaceHolder 3"/>
          <p:cNvSpPr>
            <a:spLocks noGrp="1"/>
          </p:cNvSpPr>
          <p:nvPr>
            <p:ph type="dt" idx="19"/>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s-ES" sz="1400" spc="-1" strike="noStrike">
              <a:solidFill>
                <a:srgbClr val="000000"/>
              </a:solidFill>
              <a:latin typeface="Arial"/>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A6403F6-4CD8-46C1-860F-B7A9488E0F73}" type="slidenum">
              <a:t>&lt;#&gt;</a:t>
            </a:fld>
          </a:p>
        </p:txBody>
      </p:sp>
      <p:sp>
        <p:nvSpPr>
          <p:cNvPr id="5" name="PlaceHolder 4"/>
          <p:cNvSpPr>
            <a:spLocks noGrp="1"/>
          </p:cNvSpPr>
          <p:nvPr>
            <p:ph type="dt" idx="22"/>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3BFA2C4F-480B-45C4-ABE2-295DCAD9935C}" type="slidenum">
              <a:t>&lt;#&gt;</a:t>
            </a:fld>
          </a:p>
        </p:txBody>
      </p:sp>
      <p:sp>
        <p:nvSpPr>
          <p:cNvPr id="4" name="PlaceHolder 3"/>
          <p:cNvSpPr>
            <a:spLocks noGrp="1"/>
          </p:cNvSpPr>
          <p:nvPr>
            <p:ph type="dt" idx="25"/>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E7631776-8FE8-474A-93C6-9802A80067BA}" type="slidenum">
              <a:t>&lt;#&gt;</a:t>
            </a:fld>
          </a:p>
        </p:txBody>
      </p:sp>
      <p:sp>
        <p:nvSpPr>
          <p:cNvPr id="4" name="PlaceHolder 3"/>
          <p:cNvSpPr>
            <a:spLocks noGrp="1"/>
          </p:cNvSpPr>
          <p:nvPr>
            <p:ph type="dt" idx="28"/>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40B5FA9-7A23-4169-9B94-1A8BE57E9456}" type="slidenum">
              <a:t>&lt;#&gt;</a:t>
            </a:fld>
          </a:p>
        </p:txBody>
      </p:sp>
      <p:sp>
        <p:nvSpPr>
          <p:cNvPr id="4" name="PlaceHolder 3"/>
          <p:cNvSpPr>
            <a:spLocks noGrp="1"/>
          </p:cNvSpPr>
          <p:nvPr>
            <p:ph type="dt" idx="31"/>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fontScale="93422"/>
          </a:bodyPr>
          <a:p>
            <a:pPr indent="0">
              <a:buNone/>
            </a:pPr>
            <a:r>
              <a:rPr b="0" lang="es-ES" sz="4400" spc="-1" strike="noStrike">
                <a:solidFill>
                  <a:srgbClr val="000000"/>
                </a:solidFill>
                <a:latin typeface="Arial"/>
              </a:rPr>
              <a:t>P</a:t>
            </a:r>
            <a:r>
              <a:rPr b="0" lang="es-ES" sz="4400" spc="-1" strike="noStrike">
                <a:solidFill>
                  <a:srgbClr val="000000"/>
                </a:solidFill>
                <a:latin typeface="Arial"/>
              </a:rPr>
              <a:t>ul</a:t>
            </a:r>
            <a:r>
              <a:rPr b="0" lang="es-ES" sz="4400" spc="-1" strike="noStrike">
                <a:solidFill>
                  <a:srgbClr val="000000"/>
                </a:solidFill>
                <a:latin typeface="Arial"/>
              </a:rPr>
              <a:t>s</a:t>
            </a:r>
            <a:r>
              <a:rPr b="0" lang="es-ES" sz="4400" spc="-1" strike="noStrike">
                <a:solidFill>
                  <a:srgbClr val="000000"/>
                </a:solidFill>
                <a:latin typeface="Arial"/>
              </a:rPr>
              <a:t>e </a:t>
            </a:r>
            <a:r>
              <a:rPr b="0" lang="es-ES" sz="4400" spc="-1" strike="noStrike">
                <a:solidFill>
                  <a:srgbClr val="000000"/>
                </a:solidFill>
                <a:latin typeface="Arial"/>
              </a:rPr>
              <a:t>p</a:t>
            </a:r>
            <a:r>
              <a:rPr b="0" lang="es-ES" sz="4400" spc="-1" strike="noStrike">
                <a:solidFill>
                  <a:srgbClr val="000000"/>
                </a:solidFill>
                <a:latin typeface="Arial"/>
              </a:rPr>
              <a:t>ar</a:t>
            </a:r>
            <a:r>
              <a:rPr b="0" lang="es-ES" sz="4400" spc="-1" strike="noStrike">
                <a:solidFill>
                  <a:srgbClr val="000000"/>
                </a:solidFill>
                <a:latin typeface="Arial"/>
              </a:rPr>
              <a:t>a </a:t>
            </a:r>
            <a:r>
              <a:rPr b="0" lang="es-ES" sz="4400" spc="-1" strike="noStrike">
                <a:solidFill>
                  <a:srgbClr val="000000"/>
                </a:solidFill>
                <a:latin typeface="Arial"/>
              </a:rPr>
              <a:t>e</a:t>
            </a:r>
            <a:r>
              <a:rPr b="0" lang="es-ES" sz="4400" spc="-1" strike="noStrike">
                <a:solidFill>
                  <a:srgbClr val="000000"/>
                </a:solidFill>
                <a:latin typeface="Arial"/>
              </a:rPr>
              <a:t>di</a:t>
            </a:r>
            <a:r>
              <a:rPr b="0" lang="es-ES" sz="4400" spc="-1" strike="noStrike">
                <a:solidFill>
                  <a:srgbClr val="000000"/>
                </a:solidFill>
                <a:latin typeface="Arial"/>
              </a:rPr>
              <a:t>ta</a:t>
            </a:r>
            <a:r>
              <a:rPr b="0" lang="es-ES" sz="4400" spc="-1" strike="noStrike">
                <a:solidFill>
                  <a:srgbClr val="000000"/>
                </a:solidFill>
                <a:latin typeface="Arial"/>
              </a:rPr>
              <a:t>r </a:t>
            </a:r>
            <a:r>
              <a:rPr b="0" lang="es-ES" sz="4400" spc="-1" strike="noStrike">
                <a:solidFill>
                  <a:srgbClr val="000000"/>
                </a:solidFill>
                <a:latin typeface="Arial"/>
              </a:rPr>
              <a:t>el </a:t>
            </a:r>
            <a:r>
              <a:rPr b="0" lang="es-ES" sz="4400" spc="-1" strike="noStrike">
                <a:solidFill>
                  <a:srgbClr val="000000"/>
                </a:solidFill>
                <a:latin typeface="Arial"/>
              </a:rPr>
              <a:t>fo</a:t>
            </a:r>
            <a:r>
              <a:rPr b="0" lang="es-ES" sz="4400" spc="-1" strike="noStrike">
                <a:solidFill>
                  <a:srgbClr val="000000"/>
                </a:solidFill>
                <a:latin typeface="Arial"/>
              </a:rPr>
              <a:t>r</a:t>
            </a:r>
            <a:r>
              <a:rPr b="0" lang="es-ES" sz="4400" spc="-1" strike="noStrike">
                <a:solidFill>
                  <a:srgbClr val="000000"/>
                </a:solidFill>
                <a:latin typeface="Arial"/>
              </a:rPr>
              <a:t>m</a:t>
            </a:r>
            <a:r>
              <a:rPr b="0" lang="es-ES" sz="4400" spc="-1" strike="noStrike">
                <a:solidFill>
                  <a:srgbClr val="000000"/>
                </a:solidFill>
                <a:latin typeface="Arial"/>
              </a:rPr>
              <a:t>at</a:t>
            </a:r>
            <a:r>
              <a:rPr b="0" lang="es-ES" sz="4400" spc="-1" strike="noStrike">
                <a:solidFill>
                  <a:srgbClr val="000000"/>
                </a:solidFill>
                <a:latin typeface="Arial"/>
              </a:rPr>
              <a:t>o </a:t>
            </a:r>
            <a:r>
              <a:rPr b="0" lang="es-ES" sz="4400" spc="-1" strike="noStrike">
                <a:solidFill>
                  <a:srgbClr val="000000"/>
                </a:solidFill>
                <a:latin typeface="Arial"/>
              </a:rPr>
              <a:t>d</a:t>
            </a:r>
            <a:r>
              <a:rPr b="0" lang="es-ES" sz="4400" spc="-1" strike="noStrike">
                <a:solidFill>
                  <a:srgbClr val="000000"/>
                </a:solidFill>
                <a:latin typeface="Arial"/>
              </a:rPr>
              <a:t>el </a:t>
            </a:r>
            <a:r>
              <a:rPr b="0" lang="es-ES" sz="4400" spc="-1" strike="noStrike">
                <a:solidFill>
                  <a:srgbClr val="000000"/>
                </a:solidFill>
                <a:latin typeface="Arial"/>
              </a:rPr>
              <a:t>te</a:t>
            </a:r>
            <a:r>
              <a:rPr b="0" lang="es-ES" sz="4400" spc="-1" strike="noStrike">
                <a:solidFill>
                  <a:srgbClr val="000000"/>
                </a:solidFill>
                <a:latin typeface="Arial"/>
              </a:rPr>
              <a:t>xt</a:t>
            </a:r>
            <a:r>
              <a:rPr b="0" lang="es-ES" sz="4400" spc="-1" strike="noStrike">
                <a:solidFill>
                  <a:srgbClr val="000000"/>
                </a:solidFill>
                <a:latin typeface="Arial"/>
              </a:rPr>
              <a:t>o </a:t>
            </a:r>
            <a:r>
              <a:rPr b="0" lang="es-ES" sz="4400" spc="-1" strike="noStrike">
                <a:solidFill>
                  <a:srgbClr val="000000"/>
                </a:solidFill>
                <a:latin typeface="Arial"/>
              </a:rPr>
              <a:t>d</a:t>
            </a:r>
            <a:r>
              <a:rPr b="0" lang="es-ES" sz="4400" spc="-1" strike="noStrike">
                <a:solidFill>
                  <a:srgbClr val="000000"/>
                </a:solidFill>
                <a:latin typeface="Arial"/>
              </a:rPr>
              <a:t>e </a:t>
            </a:r>
            <a:r>
              <a:rPr b="0" lang="es-ES" sz="4400" spc="-1" strike="noStrike">
                <a:solidFill>
                  <a:srgbClr val="000000"/>
                </a:solidFill>
                <a:latin typeface="Arial"/>
              </a:rPr>
              <a:t>tít</a:t>
            </a:r>
            <a:r>
              <a:rPr b="0" lang="es-ES" sz="4400" spc="-1" strike="noStrike">
                <a:solidFill>
                  <a:srgbClr val="000000"/>
                </a:solidFill>
                <a:latin typeface="Arial"/>
              </a:rPr>
              <a:t>ul</a:t>
            </a:r>
            <a:r>
              <a:rPr b="0" lang="es-ES" sz="4400" spc="-1" strike="noStrike">
                <a:solidFill>
                  <a:srgbClr val="000000"/>
                </a:solidFill>
                <a:latin typeface="Arial"/>
              </a:rPr>
              <a:t>o</a:t>
            </a:r>
            <a:endParaRPr b="0" lang="es-ES" sz="4400" spc="-1" strike="noStrike">
              <a:solidFill>
                <a:srgbClr val="000000"/>
              </a:solidFill>
              <a:latin typeface="Arial"/>
            </a:endParaRPr>
          </a:p>
        </p:txBody>
      </p:sp>
      <p:sp>
        <p:nvSpPr>
          <p:cNvPr id="1"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rmAutofit fontScale="81053" lnSpcReduction="10000"/>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2"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rmAutofit fontScale="81053" lnSpcReduction="10000"/>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3" name="PlaceHolder 4"/>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4" name="PlaceHolder 5"/>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5" name="PlaceHolder 6"/>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AEEDDF73-DC53-4F3B-8388-75C909D57F2F}"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fontScale="93422"/>
          </a:bodyPr>
          <a:p>
            <a:pPr indent="0">
              <a:buNone/>
            </a:pPr>
            <a:r>
              <a:rPr b="0" lang="es-ES" sz="4400" spc="-1" strike="noStrike">
                <a:solidFill>
                  <a:srgbClr val="000000"/>
                </a:solidFill>
                <a:latin typeface="Arial"/>
              </a:rPr>
              <a:t>P</a:t>
            </a:r>
            <a:r>
              <a:rPr b="0" lang="es-ES" sz="4400" spc="-1" strike="noStrike">
                <a:solidFill>
                  <a:srgbClr val="000000"/>
                </a:solidFill>
                <a:latin typeface="Arial"/>
              </a:rPr>
              <a:t>u</a:t>
            </a:r>
            <a:r>
              <a:rPr b="0" lang="es-ES" sz="4400" spc="-1" strike="noStrike">
                <a:solidFill>
                  <a:srgbClr val="000000"/>
                </a:solidFill>
                <a:latin typeface="Arial"/>
              </a:rPr>
              <a:t>l</a:t>
            </a:r>
            <a:r>
              <a:rPr b="0" lang="es-ES" sz="4400" spc="-1" strike="noStrike">
                <a:solidFill>
                  <a:srgbClr val="000000"/>
                </a:solidFill>
                <a:latin typeface="Arial"/>
              </a:rPr>
              <a:t>s</a:t>
            </a:r>
            <a:r>
              <a:rPr b="0" lang="es-ES" sz="4400" spc="-1" strike="noStrike">
                <a:solidFill>
                  <a:srgbClr val="000000"/>
                </a:solidFill>
                <a:latin typeface="Arial"/>
              </a:rPr>
              <a:t>e</a:t>
            </a:r>
            <a:r>
              <a:rPr b="0" lang="es-ES" sz="4400" spc="-1" strike="noStrike">
                <a:solidFill>
                  <a:srgbClr val="000000"/>
                </a:solidFill>
                <a:latin typeface="Arial"/>
              </a:rPr>
              <a:t> </a:t>
            </a:r>
            <a:r>
              <a:rPr b="0" lang="es-ES" sz="4400" spc="-1" strike="noStrike">
                <a:solidFill>
                  <a:srgbClr val="000000"/>
                </a:solidFill>
                <a:latin typeface="Arial"/>
              </a:rPr>
              <a:t>p</a:t>
            </a:r>
            <a:r>
              <a:rPr b="0" lang="es-ES" sz="4400" spc="-1" strike="noStrike">
                <a:solidFill>
                  <a:srgbClr val="000000"/>
                </a:solidFill>
                <a:latin typeface="Arial"/>
              </a:rPr>
              <a:t>a</a:t>
            </a:r>
            <a:r>
              <a:rPr b="0" lang="es-ES" sz="4400" spc="-1" strike="noStrike">
                <a:solidFill>
                  <a:srgbClr val="000000"/>
                </a:solidFill>
                <a:latin typeface="Arial"/>
              </a:rPr>
              <a:t>r</a:t>
            </a:r>
            <a:r>
              <a:rPr b="0" lang="es-ES" sz="4400" spc="-1" strike="noStrike">
                <a:solidFill>
                  <a:srgbClr val="000000"/>
                </a:solidFill>
                <a:latin typeface="Arial"/>
              </a:rPr>
              <a:t>a</a:t>
            </a:r>
            <a:r>
              <a:rPr b="0" lang="es-ES" sz="4400" spc="-1" strike="noStrike">
                <a:solidFill>
                  <a:srgbClr val="000000"/>
                </a:solidFill>
                <a:latin typeface="Arial"/>
              </a:rPr>
              <a:t> </a:t>
            </a:r>
            <a:r>
              <a:rPr b="0" lang="es-ES" sz="4400" spc="-1" strike="noStrike">
                <a:solidFill>
                  <a:srgbClr val="000000"/>
                </a:solidFill>
                <a:latin typeface="Arial"/>
              </a:rPr>
              <a:t>e</a:t>
            </a:r>
            <a:r>
              <a:rPr b="0" lang="es-ES" sz="4400" spc="-1" strike="noStrike">
                <a:solidFill>
                  <a:srgbClr val="000000"/>
                </a:solidFill>
                <a:latin typeface="Arial"/>
              </a:rPr>
              <a:t>d</a:t>
            </a:r>
            <a:r>
              <a:rPr b="0" lang="es-ES" sz="4400" spc="-1" strike="noStrike">
                <a:solidFill>
                  <a:srgbClr val="000000"/>
                </a:solidFill>
                <a:latin typeface="Arial"/>
              </a:rPr>
              <a:t>i</a:t>
            </a:r>
            <a:r>
              <a:rPr b="0" lang="es-ES" sz="4400" spc="-1" strike="noStrike">
                <a:solidFill>
                  <a:srgbClr val="000000"/>
                </a:solidFill>
                <a:latin typeface="Arial"/>
              </a:rPr>
              <a:t>t</a:t>
            </a:r>
            <a:r>
              <a:rPr b="0" lang="es-ES" sz="4400" spc="-1" strike="noStrike">
                <a:solidFill>
                  <a:srgbClr val="000000"/>
                </a:solidFill>
                <a:latin typeface="Arial"/>
              </a:rPr>
              <a:t>a</a:t>
            </a:r>
            <a:r>
              <a:rPr b="0" lang="es-ES" sz="4400" spc="-1" strike="noStrike">
                <a:solidFill>
                  <a:srgbClr val="000000"/>
                </a:solidFill>
                <a:latin typeface="Arial"/>
              </a:rPr>
              <a:t>r </a:t>
            </a:r>
            <a:r>
              <a:rPr b="0" lang="es-ES" sz="4400" spc="-1" strike="noStrike">
                <a:solidFill>
                  <a:srgbClr val="000000"/>
                </a:solidFill>
                <a:latin typeface="Arial"/>
              </a:rPr>
              <a:t>e</a:t>
            </a:r>
            <a:r>
              <a:rPr b="0" lang="es-ES" sz="4400" spc="-1" strike="noStrike">
                <a:solidFill>
                  <a:srgbClr val="000000"/>
                </a:solidFill>
                <a:latin typeface="Arial"/>
              </a:rPr>
              <a:t>l </a:t>
            </a:r>
            <a:r>
              <a:rPr b="0" lang="es-ES" sz="4400" spc="-1" strike="noStrike">
                <a:solidFill>
                  <a:srgbClr val="000000"/>
                </a:solidFill>
                <a:latin typeface="Arial"/>
              </a:rPr>
              <a:t>f</a:t>
            </a:r>
            <a:r>
              <a:rPr b="0" lang="es-ES" sz="4400" spc="-1" strike="noStrike">
                <a:solidFill>
                  <a:srgbClr val="000000"/>
                </a:solidFill>
                <a:latin typeface="Arial"/>
              </a:rPr>
              <a:t>o</a:t>
            </a:r>
            <a:r>
              <a:rPr b="0" lang="es-ES" sz="4400" spc="-1" strike="noStrike">
                <a:solidFill>
                  <a:srgbClr val="000000"/>
                </a:solidFill>
                <a:latin typeface="Arial"/>
              </a:rPr>
              <a:t>r</a:t>
            </a:r>
            <a:r>
              <a:rPr b="0" lang="es-ES" sz="4400" spc="-1" strike="noStrike">
                <a:solidFill>
                  <a:srgbClr val="000000"/>
                </a:solidFill>
                <a:latin typeface="Arial"/>
              </a:rPr>
              <a:t>m</a:t>
            </a:r>
            <a:r>
              <a:rPr b="0" lang="es-ES" sz="4400" spc="-1" strike="noStrike">
                <a:solidFill>
                  <a:srgbClr val="000000"/>
                </a:solidFill>
                <a:latin typeface="Arial"/>
              </a:rPr>
              <a:t>a</a:t>
            </a:r>
            <a:r>
              <a:rPr b="0" lang="es-ES" sz="4400" spc="-1" strike="noStrike">
                <a:solidFill>
                  <a:srgbClr val="000000"/>
                </a:solidFill>
                <a:latin typeface="Arial"/>
              </a:rPr>
              <a:t>t</a:t>
            </a:r>
            <a:r>
              <a:rPr b="0" lang="es-ES" sz="4400" spc="-1" strike="noStrike">
                <a:solidFill>
                  <a:srgbClr val="000000"/>
                </a:solidFill>
                <a:latin typeface="Arial"/>
              </a:rPr>
              <a:t>o</a:t>
            </a:r>
            <a:r>
              <a:rPr b="0" lang="es-ES" sz="4400" spc="-1" strike="noStrike">
                <a:solidFill>
                  <a:srgbClr val="000000"/>
                </a:solidFill>
                <a:latin typeface="Arial"/>
              </a:rPr>
              <a:t> </a:t>
            </a:r>
            <a:r>
              <a:rPr b="0" lang="es-ES" sz="4400" spc="-1" strike="noStrike">
                <a:solidFill>
                  <a:srgbClr val="000000"/>
                </a:solidFill>
                <a:latin typeface="Arial"/>
              </a:rPr>
              <a:t>d</a:t>
            </a:r>
            <a:r>
              <a:rPr b="0" lang="es-ES" sz="4400" spc="-1" strike="noStrike">
                <a:solidFill>
                  <a:srgbClr val="000000"/>
                </a:solidFill>
                <a:latin typeface="Arial"/>
              </a:rPr>
              <a:t>e</a:t>
            </a:r>
            <a:r>
              <a:rPr b="0" lang="es-ES" sz="4400" spc="-1" strike="noStrike">
                <a:solidFill>
                  <a:srgbClr val="000000"/>
                </a:solidFill>
                <a:latin typeface="Arial"/>
              </a:rPr>
              <a:t>l </a:t>
            </a:r>
            <a:r>
              <a:rPr b="0" lang="es-ES" sz="4400" spc="-1" strike="noStrike">
                <a:solidFill>
                  <a:srgbClr val="000000"/>
                </a:solidFill>
                <a:latin typeface="Arial"/>
              </a:rPr>
              <a:t>t</a:t>
            </a:r>
            <a:r>
              <a:rPr b="0" lang="es-ES" sz="4400" spc="-1" strike="noStrike">
                <a:solidFill>
                  <a:srgbClr val="000000"/>
                </a:solidFill>
                <a:latin typeface="Arial"/>
              </a:rPr>
              <a:t>e</a:t>
            </a:r>
            <a:r>
              <a:rPr b="0" lang="es-ES" sz="4400" spc="-1" strike="noStrike">
                <a:solidFill>
                  <a:srgbClr val="000000"/>
                </a:solidFill>
                <a:latin typeface="Arial"/>
              </a:rPr>
              <a:t>x</a:t>
            </a:r>
            <a:r>
              <a:rPr b="0" lang="es-ES" sz="4400" spc="-1" strike="noStrike">
                <a:solidFill>
                  <a:srgbClr val="000000"/>
                </a:solidFill>
                <a:latin typeface="Arial"/>
              </a:rPr>
              <a:t>t</a:t>
            </a:r>
            <a:r>
              <a:rPr b="0" lang="es-ES" sz="4400" spc="-1" strike="noStrike">
                <a:solidFill>
                  <a:srgbClr val="000000"/>
                </a:solidFill>
                <a:latin typeface="Arial"/>
              </a:rPr>
              <a:t>o</a:t>
            </a:r>
            <a:r>
              <a:rPr b="0" lang="es-ES" sz="4400" spc="-1" strike="noStrike">
                <a:solidFill>
                  <a:srgbClr val="000000"/>
                </a:solidFill>
                <a:latin typeface="Arial"/>
              </a:rPr>
              <a:t> </a:t>
            </a:r>
            <a:r>
              <a:rPr b="0" lang="es-ES" sz="4400" spc="-1" strike="noStrike">
                <a:solidFill>
                  <a:srgbClr val="000000"/>
                </a:solidFill>
                <a:latin typeface="Arial"/>
              </a:rPr>
              <a:t>d</a:t>
            </a:r>
            <a:r>
              <a:rPr b="0" lang="es-ES" sz="4400" spc="-1" strike="noStrike">
                <a:solidFill>
                  <a:srgbClr val="000000"/>
                </a:solidFill>
                <a:latin typeface="Arial"/>
              </a:rPr>
              <a:t>e</a:t>
            </a:r>
            <a:r>
              <a:rPr b="0" lang="es-ES" sz="4400" spc="-1" strike="noStrike">
                <a:solidFill>
                  <a:srgbClr val="000000"/>
                </a:solidFill>
                <a:latin typeface="Arial"/>
              </a:rPr>
              <a:t> </a:t>
            </a:r>
            <a:r>
              <a:rPr b="0" lang="es-ES" sz="4400" spc="-1" strike="noStrike">
                <a:solidFill>
                  <a:srgbClr val="000000"/>
                </a:solidFill>
                <a:latin typeface="Arial"/>
              </a:rPr>
              <a:t>t</a:t>
            </a:r>
            <a:r>
              <a:rPr b="0" lang="es-ES" sz="4400" spc="-1" strike="noStrike">
                <a:solidFill>
                  <a:srgbClr val="000000"/>
                </a:solidFill>
                <a:latin typeface="Arial"/>
              </a:rPr>
              <a:t>í</a:t>
            </a:r>
            <a:r>
              <a:rPr b="0" lang="es-ES" sz="4400" spc="-1" strike="noStrike">
                <a:solidFill>
                  <a:srgbClr val="000000"/>
                </a:solidFill>
                <a:latin typeface="Arial"/>
              </a:rPr>
              <a:t>t</a:t>
            </a:r>
            <a:r>
              <a:rPr b="0" lang="es-ES" sz="4400" spc="-1" strike="noStrike">
                <a:solidFill>
                  <a:srgbClr val="000000"/>
                </a:solidFill>
                <a:latin typeface="Arial"/>
              </a:rPr>
              <a:t>u</a:t>
            </a:r>
            <a:r>
              <a:rPr b="0" lang="es-ES" sz="4400" spc="-1" strike="noStrike">
                <a:solidFill>
                  <a:srgbClr val="000000"/>
                </a:solidFill>
                <a:latin typeface="Arial"/>
              </a:rPr>
              <a:t>l</a:t>
            </a:r>
            <a:r>
              <a:rPr b="0" lang="es-ES" sz="4400" spc="-1" strike="noStrike">
                <a:solidFill>
                  <a:srgbClr val="000000"/>
                </a:solidFill>
                <a:latin typeface="Arial"/>
              </a:rPr>
              <a:t>o</a:t>
            </a:r>
            <a:endParaRPr b="0" lang="es-ES" sz="4400" spc="-1" strike="noStrike">
              <a:solidFill>
                <a:srgbClr val="000000"/>
              </a:solidFill>
              <a:latin typeface="Arial"/>
            </a:endParaRPr>
          </a:p>
        </p:txBody>
      </p:sp>
      <p:sp>
        <p:nvSpPr>
          <p:cNvPr id="10" name="PlaceHolder 2"/>
          <p:cNvSpPr>
            <a:spLocks noGrp="1"/>
          </p:cNvSpPr>
          <p:nvPr>
            <p:ph type="body"/>
          </p:nvPr>
        </p:nvSpPr>
        <p:spPr>
          <a:xfrm rot="5400000">
            <a:off x="3920400" y="-1256400"/>
            <a:ext cx="4350960" cy="10515240"/>
          </a:xfrm>
          <a:prstGeom prst="rect">
            <a:avLst/>
          </a:prstGeom>
          <a:noFill/>
          <a:ln w="0">
            <a:noFill/>
          </a:ln>
        </p:spPr>
        <p:txBody>
          <a:bodyPr lIns="91440" rIns="91440" tIns="45720" bIns="45720" anchor="t">
            <a:normAutofit fontScale="68556"/>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8C8C1FA0-47C7-4CC8-9827-C93D237A2186}"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rot="5400000">
            <a:off x="7133400" y="1956240"/>
            <a:ext cx="5811480" cy="2628720"/>
          </a:xfrm>
          <a:prstGeom prst="rect">
            <a:avLst/>
          </a:prstGeom>
          <a:noFill/>
          <a:ln w="0">
            <a:noFill/>
          </a:ln>
        </p:spPr>
        <p:txBody>
          <a:bodyPr lIns="91440" rIns="91440" tIns="45720" bIns="45720" anchor="ctr">
            <a:normAutofit/>
          </a:bodyPr>
          <a:p>
            <a:pPr indent="0">
              <a:buNone/>
            </a:pPr>
            <a:r>
              <a:rPr b="0" lang="es-ES" sz="4400" spc="-1" strike="noStrike">
                <a:solidFill>
                  <a:srgbClr val="000000"/>
                </a:solidFill>
                <a:latin typeface="Arial"/>
              </a:rPr>
              <a:t>P</a:t>
            </a:r>
            <a:r>
              <a:rPr b="0" lang="es-ES" sz="4400" spc="-1" strike="noStrike">
                <a:solidFill>
                  <a:srgbClr val="000000"/>
                </a:solidFill>
                <a:latin typeface="Arial"/>
              </a:rPr>
              <a:t>u</a:t>
            </a:r>
            <a:r>
              <a:rPr b="0" lang="es-ES" sz="4400" spc="-1" strike="noStrike">
                <a:solidFill>
                  <a:srgbClr val="000000"/>
                </a:solidFill>
                <a:latin typeface="Arial"/>
              </a:rPr>
              <a:t>l</a:t>
            </a:r>
            <a:r>
              <a:rPr b="0" lang="es-ES" sz="4400" spc="-1" strike="noStrike">
                <a:solidFill>
                  <a:srgbClr val="000000"/>
                </a:solidFill>
                <a:latin typeface="Arial"/>
              </a:rPr>
              <a:t>s</a:t>
            </a:r>
            <a:r>
              <a:rPr b="0" lang="es-ES" sz="4400" spc="-1" strike="noStrike">
                <a:solidFill>
                  <a:srgbClr val="000000"/>
                </a:solidFill>
                <a:latin typeface="Arial"/>
              </a:rPr>
              <a:t>e</a:t>
            </a:r>
            <a:r>
              <a:rPr b="0" lang="es-ES" sz="4400" spc="-1" strike="noStrike">
                <a:solidFill>
                  <a:srgbClr val="000000"/>
                </a:solidFill>
                <a:latin typeface="Arial"/>
              </a:rPr>
              <a:t> </a:t>
            </a:r>
            <a:r>
              <a:rPr b="0" lang="es-ES" sz="4400" spc="-1" strike="noStrike">
                <a:solidFill>
                  <a:srgbClr val="000000"/>
                </a:solidFill>
                <a:latin typeface="Arial"/>
              </a:rPr>
              <a:t>p</a:t>
            </a:r>
            <a:r>
              <a:rPr b="0" lang="es-ES" sz="4400" spc="-1" strike="noStrike">
                <a:solidFill>
                  <a:srgbClr val="000000"/>
                </a:solidFill>
                <a:latin typeface="Arial"/>
              </a:rPr>
              <a:t>a</a:t>
            </a:r>
            <a:r>
              <a:rPr b="0" lang="es-ES" sz="4400" spc="-1" strike="noStrike">
                <a:solidFill>
                  <a:srgbClr val="000000"/>
                </a:solidFill>
                <a:latin typeface="Arial"/>
              </a:rPr>
              <a:t>r</a:t>
            </a:r>
            <a:r>
              <a:rPr b="0" lang="es-ES" sz="4400" spc="-1" strike="noStrike">
                <a:solidFill>
                  <a:srgbClr val="000000"/>
                </a:solidFill>
                <a:latin typeface="Arial"/>
              </a:rPr>
              <a:t>a</a:t>
            </a:r>
            <a:r>
              <a:rPr b="0" lang="es-ES" sz="4400" spc="-1" strike="noStrike">
                <a:solidFill>
                  <a:srgbClr val="000000"/>
                </a:solidFill>
                <a:latin typeface="Arial"/>
              </a:rPr>
              <a:t> </a:t>
            </a:r>
            <a:r>
              <a:rPr b="0" lang="es-ES" sz="4400" spc="-1" strike="noStrike">
                <a:solidFill>
                  <a:srgbClr val="000000"/>
                </a:solidFill>
                <a:latin typeface="Arial"/>
              </a:rPr>
              <a:t>e</a:t>
            </a:r>
            <a:r>
              <a:rPr b="0" lang="es-ES" sz="4400" spc="-1" strike="noStrike">
                <a:solidFill>
                  <a:srgbClr val="000000"/>
                </a:solidFill>
                <a:latin typeface="Arial"/>
              </a:rPr>
              <a:t>d</a:t>
            </a:r>
            <a:r>
              <a:rPr b="0" lang="es-ES" sz="4400" spc="-1" strike="noStrike">
                <a:solidFill>
                  <a:srgbClr val="000000"/>
                </a:solidFill>
                <a:latin typeface="Arial"/>
              </a:rPr>
              <a:t>i</a:t>
            </a:r>
            <a:r>
              <a:rPr b="0" lang="es-ES" sz="4400" spc="-1" strike="noStrike">
                <a:solidFill>
                  <a:srgbClr val="000000"/>
                </a:solidFill>
                <a:latin typeface="Arial"/>
              </a:rPr>
              <a:t>t</a:t>
            </a:r>
            <a:r>
              <a:rPr b="0" lang="es-ES" sz="4400" spc="-1" strike="noStrike">
                <a:solidFill>
                  <a:srgbClr val="000000"/>
                </a:solidFill>
                <a:latin typeface="Arial"/>
              </a:rPr>
              <a:t>a</a:t>
            </a:r>
            <a:r>
              <a:rPr b="0" lang="es-ES" sz="4400" spc="-1" strike="noStrike">
                <a:solidFill>
                  <a:srgbClr val="000000"/>
                </a:solidFill>
                <a:latin typeface="Arial"/>
              </a:rPr>
              <a:t>r </a:t>
            </a:r>
            <a:r>
              <a:rPr b="0" lang="es-ES" sz="4400" spc="-1" strike="noStrike">
                <a:solidFill>
                  <a:srgbClr val="000000"/>
                </a:solidFill>
                <a:latin typeface="Arial"/>
              </a:rPr>
              <a:t>e</a:t>
            </a:r>
            <a:r>
              <a:rPr b="0" lang="es-ES" sz="4400" spc="-1" strike="noStrike">
                <a:solidFill>
                  <a:srgbClr val="000000"/>
                </a:solidFill>
                <a:latin typeface="Arial"/>
              </a:rPr>
              <a:t>l </a:t>
            </a:r>
            <a:r>
              <a:rPr b="0" lang="es-ES" sz="4400" spc="-1" strike="noStrike">
                <a:solidFill>
                  <a:srgbClr val="000000"/>
                </a:solidFill>
                <a:latin typeface="Arial"/>
              </a:rPr>
              <a:t>f</a:t>
            </a:r>
            <a:r>
              <a:rPr b="0" lang="es-ES" sz="4400" spc="-1" strike="noStrike">
                <a:solidFill>
                  <a:srgbClr val="000000"/>
                </a:solidFill>
                <a:latin typeface="Arial"/>
              </a:rPr>
              <a:t>o</a:t>
            </a:r>
            <a:r>
              <a:rPr b="0" lang="es-ES" sz="4400" spc="-1" strike="noStrike">
                <a:solidFill>
                  <a:srgbClr val="000000"/>
                </a:solidFill>
                <a:latin typeface="Arial"/>
              </a:rPr>
              <a:t>r</a:t>
            </a:r>
            <a:r>
              <a:rPr b="0" lang="es-ES" sz="4400" spc="-1" strike="noStrike">
                <a:solidFill>
                  <a:srgbClr val="000000"/>
                </a:solidFill>
                <a:latin typeface="Arial"/>
              </a:rPr>
              <a:t>m</a:t>
            </a:r>
            <a:r>
              <a:rPr b="0" lang="es-ES" sz="4400" spc="-1" strike="noStrike">
                <a:solidFill>
                  <a:srgbClr val="000000"/>
                </a:solidFill>
                <a:latin typeface="Arial"/>
              </a:rPr>
              <a:t>a</a:t>
            </a:r>
            <a:r>
              <a:rPr b="0" lang="es-ES" sz="4400" spc="-1" strike="noStrike">
                <a:solidFill>
                  <a:srgbClr val="000000"/>
                </a:solidFill>
                <a:latin typeface="Arial"/>
              </a:rPr>
              <a:t>t</a:t>
            </a:r>
            <a:r>
              <a:rPr b="0" lang="es-ES" sz="4400" spc="-1" strike="noStrike">
                <a:solidFill>
                  <a:srgbClr val="000000"/>
                </a:solidFill>
                <a:latin typeface="Arial"/>
              </a:rPr>
              <a:t>o</a:t>
            </a:r>
            <a:r>
              <a:rPr b="0" lang="es-ES" sz="4400" spc="-1" strike="noStrike">
                <a:solidFill>
                  <a:srgbClr val="000000"/>
                </a:solidFill>
                <a:latin typeface="Arial"/>
              </a:rPr>
              <a:t> </a:t>
            </a:r>
            <a:r>
              <a:rPr b="0" lang="es-ES" sz="4400" spc="-1" strike="noStrike">
                <a:solidFill>
                  <a:srgbClr val="000000"/>
                </a:solidFill>
                <a:latin typeface="Arial"/>
              </a:rPr>
              <a:t>d</a:t>
            </a:r>
            <a:r>
              <a:rPr b="0" lang="es-ES" sz="4400" spc="-1" strike="noStrike">
                <a:solidFill>
                  <a:srgbClr val="000000"/>
                </a:solidFill>
                <a:latin typeface="Arial"/>
              </a:rPr>
              <a:t>e</a:t>
            </a:r>
            <a:r>
              <a:rPr b="0" lang="es-ES" sz="4400" spc="-1" strike="noStrike">
                <a:solidFill>
                  <a:srgbClr val="000000"/>
                </a:solidFill>
                <a:latin typeface="Arial"/>
              </a:rPr>
              <a:t>l </a:t>
            </a:r>
            <a:r>
              <a:rPr b="0" lang="es-ES" sz="4400" spc="-1" strike="noStrike">
                <a:solidFill>
                  <a:srgbClr val="000000"/>
                </a:solidFill>
                <a:latin typeface="Arial"/>
              </a:rPr>
              <a:t>t</a:t>
            </a:r>
            <a:r>
              <a:rPr b="0" lang="es-ES" sz="4400" spc="-1" strike="noStrike">
                <a:solidFill>
                  <a:srgbClr val="000000"/>
                </a:solidFill>
                <a:latin typeface="Arial"/>
              </a:rPr>
              <a:t>e</a:t>
            </a:r>
            <a:r>
              <a:rPr b="0" lang="es-ES" sz="4400" spc="-1" strike="noStrike">
                <a:solidFill>
                  <a:srgbClr val="000000"/>
                </a:solidFill>
                <a:latin typeface="Arial"/>
              </a:rPr>
              <a:t>x</a:t>
            </a:r>
            <a:r>
              <a:rPr b="0" lang="es-ES" sz="4400" spc="-1" strike="noStrike">
                <a:solidFill>
                  <a:srgbClr val="000000"/>
                </a:solidFill>
                <a:latin typeface="Arial"/>
              </a:rPr>
              <a:t>t</a:t>
            </a:r>
            <a:r>
              <a:rPr b="0" lang="es-ES" sz="4400" spc="-1" strike="noStrike">
                <a:solidFill>
                  <a:srgbClr val="000000"/>
                </a:solidFill>
                <a:latin typeface="Arial"/>
              </a:rPr>
              <a:t>o</a:t>
            </a:r>
            <a:r>
              <a:rPr b="0" lang="es-ES" sz="4400" spc="-1" strike="noStrike">
                <a:solidFill>
                  <a:srgbClr val="000000"/>
                </a:solidFill>
                <a:latin typeface="Arial"/>
              </a:rPr>
              <a:t> </a:t>
            </a:r>
            <a:r>
              <a:rPr b="0" lang="es-ES" sz="4400" spc="-1" strike="noStrike">
                <a:solidFill>
                  <a:srgbClr val="000000"/>
                </a:solidFill>
                <a:latin typeface="Arial"/>
              </a:rPr>
              <a:t>d</a:t>
            </a:r>
            <a:r>
              <a:rPr b="0" lang="es-ES" sz="4400" spc="-1" strike="noStrike">
                <a:solidFill>
                  <a:srgbClr val="000000"/>
                </a:solidFill>
                <a:latin typeface="Arial"/>
              </a:rPr>
              <a:t>e</a:t>
            </a:r>
            <a:r>
              <a:rPr b="0" lang="es-ES" sz="4400" spc="-1" strike="noStrike">
                <a:solidFill>
                  <a:srgbClr val="000000"/>
                </a:solidFill>
                <a:latin typeface="Arial"/>
              </a:rPr>
              <a:t> </a:t>
            </a:r>
            <a:r>
              <a:rPr b="0" lang="es-ES" sz="4400" spc="-1" strike="noStrike">
                <a:solidFill>
                  <a:srgbClr val="000000"/>
                </a:solidFill>
                <a:latin typeface="Arial"/>
              </a:rPr>
              <a:t>t</a:t>
            </a:r>
            <a:r>
              <a:rPr b="0" lang="es-ES" sz="4400" spc="-1" strike="noStrike">
                <a:solidFill>
                  <a:srgbClr val="000000"/>
                </a:solidFill>
                <a:latin typeface="Arial"/>
              </a:rPr>
              <a:t>í</a:t>
            </a:r>
            <a:r>
              <a:rPr b="0" lang="es-ES" sz="4400" spc="-1" strike="noStrike">
                <a:solidFill>
                  <a:srgbClr val="000000"/>
                </a:solidFill>
                <a:latin typeface="Arial"/>
              </a:rPr>
              <a:t>t</a:t>
            </a:r>
            <a:r>
              <a:rPr b="0" lang="es-ES" sz="4400" spc="-1" strike="noStrike">
                <a:solidFill>
                  <a:srgbClr val="000000"/>
                </a:solidFill>
                <a:latin typeface="Arial"/>
              </a:rPr>
              <a:t>u</a:t>
            </a:r>
            <a:r>
              <a:rPr b="0" lang="es-ES" sz="4400" spc="-1" strike="noStrike">
                <a:solidFill>
                  <a:srgbClr val="000000"/>
                </a:solidFill>
                <a:latin typeface="Arial"/>
              </a:rPr>
              <a:t>l</a:t>
            </a:r>
            <a:r>
              <a:rPr b="0" lang="es-ES" sz="4400" spc="-1" strike="noStrike">
                <a:solidFill>
                  <a:srgbClr val="000000"/>
                </a:solidFill>
                <a:latin typeface="Arial"/>
              </a:rPr>
              <a:t>o</a:t>
            </a:r>
            <a:endParaRPr b="0" lang="es-ES" sz="4400" spc="-1" strike="noStrike">
              <a:solidFill>
                <a:srgbClr val="000000"/>
              </a:solidFill>
              <a:latin typeface="Arial"/>
            </a:endParaRPr>
          </a:p>
        </p:txBody>
      </p:sp>
      <p:sp>
        <p:nvSpPr>
          <p:cNvPr id="15" name="PlaceHolder 2"/>
          <p:cNvSpPr>
            <a:spLocks noGrp="1"/>
          </p:cNvSpPr>
          <p:nvPr>
            <p:ph type="body"/>
          </p:nvPr>
        </p:nvSpPr>
        <p:spPr>
          <a:xfrm rot="5400000">
            <a:off x="1800000" y="-596160"/>
            <a:ext cx="5811480" cy="773388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16"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17"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18"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44388124-4D38-417B-B153-8203E7C66377}"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rmAutofit/>
          </a:bodyPr>
          <a:p>
            <a:pPr indent="0">
              <a:buNone/>
            </a:pPr>
            <a:r>
              <a:rPr b="0" lang="es-ES" sz="6000" spc="-1" strike="noStrike">
                <a:solidFill>
                  <a:srgbClr val="000000"/>
                </a:solidFill>
                <a:latin typeface="Arial"/>
              </a:rPr>
              <a:t>P</a:t>
            </a:r>
            <a:r>
              <a:rPr b="0" lang="es-ES" sz="6000" spc="-1" strike="noStrike">
                <a:solidFill>
                  <a:srgbClr val="000000"/>
                </a:solidFill>
                <a:latin typeface="Arial"/>
              </a:rPr>
              <a:t>ul</a:t>
            </a:r>
            <a:r>
              <a:rPr b="0" lang="es-ES" sz="6000" spc="-1" strike="noStrike">
                <a:solidFill>
                  <a:srgbClr val="000000"/>
                </a:solidFill>
                <a:latin typeface="Arial"/>
              </a:rPr>
              <a:t>s</a:t>
            </a:r>
            <a:r>
              <a:rPr b="0" lang="es-ES" sz="6000" spc="-1" strike="noStrike">
                <a:solidFill>
                  <a:srgbClr val="000000"/>
                </a:solidFill>
                <a:latin typeface="Arial"/>
              </a:rPr>
              <a:t>e </a:t>
            </a:r>
            <a:r>
              <a:rPr b="0" lang="es-ES" sz="6000" spc="-1" strike="noStrike">
                <a:solidFill>
                  <a:srgbClr val="000000"/>
                </a:solidFill>
                <a:latin typeface="Arial"/>
              </a:rPr>
              <a:t>p</a:t>
            </a:r>
            <a:r>
              <a:rPr b="0" lang="es-ES" sz="6000" spc="-1" strike="noStrike">
                <a:solidFill>
                  <a:srgbClr val="000000"/>
                </a:solidFill>
                <a:latin typeface="Arial"/>
              </a:rPr>
              <a:t>ar</a:t>
            </a:r>
            <a:r>
              <a:rPr b="0" lang="es-ES" sz="6000" spc="-1" strike="noStrike">
                <a:solidFill>
                  <a:srgbClr val="000000"/>
                </a:solidFill>
                <a:latin typeface="Arial"/>
              </a:rPr>
              <a:t>a </a:t>
            </a:r>
            <a:r>
              <a:rPr b="0" lang="es-ES" sz="6000" spc="-1" strike="noStrike">
                <a:solidFill>
                  <a:srgbClr val="000000"/>
                </a:solidFill>
                <a:latin typeface="Arial"/>
              </a:rPr>
              <a:t>e</a:t>
            </a:r>
            <a:r>
              <a:rPr b="0" lang="es-ES" sz="6000" spc="-1" strike="noStrike">
                <a:solidFill>
                  <a:srgbClr val="000000"/>
                </a:solidFill>
                <a:latin typeface="Arial"/>
              </a:rPr>
              <a:t>di</a:t>
            </a:r>
            <a:r>
              <a:rPr b="0" lang="es-ES" sz="6000" spc="-1" strike="noStrike">
                <a:solidFill>
                  <a:srgbClr val="000000"/>
                </a:solidFill>
                <a:latin typeface="Arial"/>
              </a:rPr>
              <a:t>ta</a:t>
            </a:r>
            <a:r>
              <a:rPr b="0" lang="es-ES" sz="6000" spc="-1" strike="noStrike">
                <a:solidFill>
                  <a:srgbClr val="000000"/>
                </a:solidFill>
                <a:latin typeface="Arial"/>
              </a:rPr>
              <a:t>r </a:t>
            </a:r>
            <a:r>
              <a:rPr b="0" lang="es-ES" sz="6000" spc="-1" strike="noStrike">
                <a:solidFill>
                  <a:srgbClr val="000000"/>
                </a:solidFill>
                <a:latin typeface="Arial"/>
              </a:rPr>
              <a:t>el </a:t>
            </a:r>
            <a:r>
              <a:rPr b="0" lang="es-ES" sz="6000" spc="-1" strike="noStrike">
                <a:solidFill>
                  <a:srgbClr val="000000"/>
                </a:solidFill>
                <a:latin typeface="Arial"/>
              </a:rPr>
              <a:t>fo</a:t>
            </a:r>
            <a:r>
              <a:rPr b="0" lang="es-ES" sz="6000" spc="-1" strike="noStrike">
                <a:solidFill>
                  <a:srgbClr val="000000"/>
                </a:solidFill>
                <a:latin typeface="Arial"/>
              </a:rPr>
              <a:t>r</a:t>
            </a:r>
            <a:r>
              <a:rPr b="0" lang="es-ES" sz="6000" spc="-1" strike="noStrike">
                <a:solidFill>
                  <a:srgbClr val="000000"/>
                </a:solidFill>
                <a:latin typeface="Arial"/>
              </a:rPr>
              <a:t>m</a:t>
            </a:r>
            <a:r>
              <a:rPr b="0" lang="es-ES" sz="6000" spc="-1" strike="noStrike">
                <a:solidFill>
                  <a:srgbClr val="000000"/>
                </a:solidFill>
                <a:latin typeface="Arial"/>
              </a:rPr>
              <a:t>at</a:t>
            </a:r>
            <a:r>
              <a:rPr b="0" lang="es-ES" sz="6000" spc="-1" strike="noStrike">
                <a:solidFill>
                  <a:srgbClr val="000000"/>
                </a:solidFill>
                <a:latin typeface="Arial"/>
              </a:rPr>
              <a:t>o </a:t>
            </a:r>
            <a:r>
              <a:rPr b="0" lang="es-ES" sz="6000" spc="-1" strike="noStrike">
                <a:solidFill>
                  <a:srgbClr val="000000"/>
                </a:solidFill>
                <a:latin typeface="Arial"/>
              </a:rPr>
              <a:t>d</a:t>
            </a:r>
            <a:r>
              <a:rPr b="0" lang="es-ES" sz="6000" spc="-1" strike="noStrike">
                <a:solidFill>
                  <a:srgbClr val="000000"/>
                </a:solidFill>
                <a:latin typeface="Arial"/>
              </a:rPr>
              <a:t>el </a:t>
            </a:r>
            <a:r>
              <a:rPr b="0" lang="es-ES" sz="6000" spc="-1" strike="noStrike">
                <a:solidFill>
                  <a:srgbClr val="000000"/>
                </a:solidFill>
                <a:latin typeface="Arial"/>
              </a:rPr>
              <a:t>te</a:t>
            </a:r>
            <a:r>
              <a:rPr b="0" lang="es-ES" sz="6000" spc="-1" strike="noStrike">
                <a:solidFill>
                  <a:srgbClr val="000000"/>
                </a:solidFill>
                <a:latin typeface="Arial"/>
              </a:rPr>
              <a:t>xt</a:t>
            </a:r>
            <a:r>
              <a:rPr b="0" lang="es-ES" sz="6000" spc="-1" strike="noStrike">
                <a:solidFill>
                  <a:srgbClr val="000000"/>
                </a:solidFill>
                <a:latin typeface="Arial"/>
              </a:rPr>
              <a:t>o </a:t>
            </a:r>
            <a:r>
              <a:rPr b="0" lang="es-ES" sz="6000" spc="-1" strike="noStrike">
                <a:solidFill>
                  <a:srgbClr val="000000"/>
                </a:solidFill>
                <a:latin typeface="Arial"/>
              </a:rPr>
              <a:t>d</a:t>
            </a:r>
            <a:r>
              <a:rPr b="0" lang="es-ES" sz="6000" spc="-1" strike="noStrike">
                <a:solidFill>
                  <a:srgbClr val="000000"/>
                </a:solidFill>
                <a:latin typeface="Arial"/>
              </a:rPr>
              <a:t>e </a:t>
            </a:r>
            <a:r>
              <a:rPr b="0" lang="es-ES" sz="6000" spc="-1" strike="noStrike">
                <a:solidFill>
                  <a:srgbClr val="000000"/>
                </a:solidFill>
                <a:latin typeface="Arial"/>
              </a:rPr>
              <a:t>tít</a:t>
            </a:r>
            <a:r>
              <a:rPr b="0" lang="es-ES" sz="6000" spc="-1" strike="noStrike">
                <a:solidFill>
                  <a:srgbClr val="000000"/>
                </a:solidFill>
                <a:latin typeface="Arial"/>
              </a:rPr>
              <a:t>ul</a:t>
            </a:r>
            <a:r>
              <a:rPr b="0" lang="es-ES" sz="6000" spc="-1" strike="noStrike">
                <a:solidFill>
                  <a:srgbClr val="000000"/>
                </a:solidFill>
                <a:latin typeface="Arial"/>
              </a:rPr>
              <a:t>o</a:t>
            </a:r>
            <a:endParaRPr b="0" lang="es-ES" sz="6000" spc="-1" strike="noStrike">
              <a:solidFill>
                <a:srgbClr val="000000"/>
              </a:solidFill>
              <a:latin typeface="Arial"/>
            </a:endParaRPr>
          </a:p>
        </p:txBody>
      </p:sp>
      <p:sp>
        <p:nvSpPr>
          <p:cNvPr id="20" name="PlaceHolder 2"/>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21" name="PlaceHolder 3"/>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22" name="PlaceHolder 4"/>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AC5DD2CF-337B-4455-AA43-E0C8DD1AF8E9}"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fontScale="93422"/>
          </a:bodyPr>
          <a:p>
            <a:pPr indent="0">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2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27"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28"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29"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FBF32957-AD84-4BDA-BF65-CA7D35CB7680}"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indent="0">
              <a:buNone/>
            </a:pPr>
            <a:r>
              <a:rPr b="0" lang="es-ES" sz="6000" spc="-1" strike="noStrike">
                <a:solidFill>
                  <a:srgbClr val="000000"/>
                </a:solidFill>
                <a:latin typeface="Arial"/>
              </a:rPr>
              <a:t>Pulse para editar el formato del texto de título</a:t>
            </a:r>
            <a:endParaRPr b="0" lang="es-ES" sz="6000" spc="-1" strike="noStrike">
              <a:solidFill>
                <a:srgbClr val="000000"/>
              </a:solidFill>
              <a:latin typeface="Arial"/>
            </a:endParaRPr>
          </a:p>
        </p:txBody>
      </p:sp>
      <p:sp>
        <p:nvSpPr>
          <p:cNvPr id="3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rmAutofit fontScale="37485"/>
          </a:bodyPr>
          <a:p>
            <a:pPr marL="432000" indent="-324000">
              <a:spcBef>
                <a:spcPts val="1417"/>
              </a:spcBef>
              <a:buClr>
                <a:srgbClr val="ffffff"/>
              </a:buClr>
              <a:buSzPct val="45000"/>
              <a:buFont typeface="Wingdings" charset="2"/>
              <a:buChar char=""/>
            </a:pPr>
            <a:r>
              <a:rPr b="0" lang="es-ES" sz="2400" spc="-1" strike="noStrike">
                <a:solidFill>
                  <a:srgbClr val="000000"/>
                </a:solidFill>
                <a:latin typeface="Arial"/>
              </a:rPr>
              <a:t>Pulse para editar el formato de texto del esquema</a:t>
            </a:r>
            <a:endParaRPr b="0" lang="es-E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400" spc="-1" strike="noStrike">
                <a:solidFill>
                  <a:srgbClr val="000000"/>
                </a:solidFill>
                <a:latin typeface="Arial"/>
              </a:rPr>
              <a:t>Segundo nivel del esquema</a:t>
            </a:r>
            <a:endParaRPr b="0" lang="es-E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400" spc="-1" strike="noStrike">
                <a:solidFill>
                  <a:srgbClr val="000000"/>
                </a:solidFill>
                <a:latin typeface="Arial"/>
              </a:rPr>
              <a:t>Cuarto nivel del esquema</a:t>
            </a:r>
            <a:endParaRPr b="0" lang="es-E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400" spc="-1" strike="noStrike">
                <a:solidFill>
                  <a:srgbClr val="000000"/>
                </a:solidFill>
                <a:latin typeface="Arial"/>
              </a:rPr>
              <a:t>Quinto nivel del esquema</a:t>
            </a:r>
            <a:endParaRPr b="0" lang="es-E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400" spc="-1" strike="noStrike">
                <a:solidFill>
                  <a:srgbClr val="000000"/>
                </a:solidFill>
                <a:latin typeface="Arial"/>
              </a:rPr>
              <a:t>Sexto nivel del esquema</a:t>
            </a:r>
            <a:endParaRPr b="0" lang="es-E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400" spc="-1" strike="noStrike">
                <a:solidFill>
                  <a:srgbClr val="000000"/>
                </a:solidFill>
                <a:latin typeface="Arial"/>
              </a:rPr>
              <a:t>Séptimo nivel del esquema</a:t>
            </a:r>
            <a:endParaRPr b="0" lang="es-ES" sz="2400" spc="-1" strike="noStrike">
              <a:solidFill>
                <a:srgbClr val="000000"/>
              </a:solidFill>
              <a:latin typeface="Arial"/>
            </a:endParaRPr>
          </a:p>
        </p:txBody>
      </p:sp>
      <p:sp>
        <p:nvSpPr>
          <p:cNvPr id="34" name="PlaceHolder 3"/>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35" name="PlaceHolder 4"/>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36" name="PlaceHolder 5"/>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F8F577E6-89BC-436B-B706-E1E99CA37580}"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rmAutofit fontScale="93422"/>
          </a:bodyPr>
          <a:p>
            <a:pPr indent="0">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38"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ffffff"/>
              </a:buClr>
              <a:buSzPct val="45000"/>
              <a:buFont typeface="Wingdings" charset="2"/>
              <a:buChar char=""/>
            </a:pPr>
            <a:r>
              <a:rPr b="0" lang="es-ES" sz="2400" spc="-1" strike="noStrike">
                <a:solidFill>
                  <a:srgbClr val="000000"/>
                </a:solidFill>
                <a:latin typeface="Arial"/>
              </a:rPr>
              <a:t>Pulse para editar el formato de texto del esquema</a:t>
            </a:r>
            <a:endParaRPr b="0" lang="es-E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400" spc="-1" strike="noStrike">
                <a:solidFill>
                  <a:srgbClr val="000000"/>
                </a:solidFill>
                <a:latin typeface="Arial"/>
              </a:rPr>
              <a:t>Segundo nivel del esquema</a:t>
            </a:r>
            <a:endParaRPr b="0" lang="es-E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400" spc="-1" strike="noStrike">
                <a:solidFill>
                  <a:srgbClr val="000000"/>
                </a:solidFill>
                <a:latin typeface="Arial"/>
              </a:rPr>
              <a:t>Cuarto nivel del esquema</a:t>
            </a:r>
            <a:endParaRPr b="0" lang="es-E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400" spc="-1" strike="noStrike">
                <a:solidFill>
                  <a:srgbClr val="000000"/>
                </a:solidFill>
                <a:latin typeface="Arial"/>
              </a:rPr>
              <a:t>Quinto nivel del esquema</a:t>
            </a:r>
            <a:endParaRPr b="0" lang="es-E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400" spc="-1" strike="noStrike">
                <a:solidFill>
                  <a:srgbClr val="000000"/>
                </a:solidFill>
                <a:latin typeface="Arial"/>
              </a:rPr>
              <a:t>Sexto nivel del esquema</a:t>
            </a:r>
            <a:endParaRPr b="0" lang="es-E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400" spc="-1" strike="noStrike">
                <a:solidFill>
                  <a:srgbClr val="000000"/>
                </a:solidFill>
                <a:latin typeface="Arial"/>
              </a:rPr>
              <a:t>Séptimo nivel del esquema</a:t>
            </a:r>
            <a:endParaRPr b="0" lang="es-ES" sz="2400" spc="-1" strike="noStrike">
              <a:solidFill>
                <a:srgbClr val="000000"/>
              </a:solidFill>
              <a:latin typeface="Arial"/>
            </a:endParaRPr>
          </a:p>
        </p:txBody>
      </p:sp>
      <p:sp>
        <p:nvSpPr>
          <p:cNvPr id="39"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rmAutofit fontScale="74983" lnSpcReduction="10000"/>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40"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ffffff"/>
              </a:buClr>
              <a:buSzPct val="45000"/>
              <a:buFont typeface="Wingdings" charset="2"/>
              <a:buChar char=""/>
            </a:pPr>
            <a:r>
              <a:rPr b="0" lang="es-ES" sz="2400" spc="-1" strike="noStrike">
                <a:solidFill>
                  <a:srgbClr val="000000"/>
                </a:solidFill>
                <a:latin typeface="Arial"/>
              </a:rPr>
              <a:t>Pulse para editar el formato de texto del esquema</a:t>
            </a:r>
            <a:endParaRPr b="0" lang="es-E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400" spc="-1" strike="noStrike">
                <a:solidFill>
                  <a:srgbClr val="000000"/>
                </a:solidFill>
                <a:latin typeface="Arial"/>
              </a:rPr>
              <a:t>Segundo nivel del esquema</a:t>
            </a:r>
            <a:endParaRPr b="0" lang="es-E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400" spc="-1" strike="noStrike">
                <a:solidFill>
                  <a:srgbClr val="000000"/>
                </a:solidFill>
                <a:latin typeface="Arial"/>
              </a:rPr>
              <a:t>Cuarto nivel del esquema</a:t>
            </a:r>
            <a:endParaRPr b="0" lang="es-E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400" spc="-1" strike="noStrike">
                <a:solidFill>
                  <a:srgbClr val="000000"/>
                </a:solidFill>
                <a:latin typeface="Arial"/>
              </a:rPr>
              <a:t>Quinto nivel del esquema</a:t>
            </a:r>
            <a:endParaRPr b="0" lang="es-E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400" spc="-1" strike="noStrike">
                <a:solidFill>
                  <a:srgbClr val="000000"/>
                </a:solidFill>
                <a:latin typeface="Arial"/>
              </a:rPr>
              <a:t>Sexto nivel del esquema</a:t>
            </a:r>
            <a:endParaRPr b="0" lang="es-E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400" spc="-1" strike="noStrike">
                <a:solidFill>
                  <a:srgbClr val="000000"/>
                </a:solidFill>
                <a:latin typeface="Arial"/>
              </a:rPr>
              <a:t>Séptimo nivel del esquema</a:t>
            </a:r>
            <a:endParaRPr b="0" lang="es-ES" sz="2400" spc="-1" strike="noStrike">
              <a:solidFill>
                <a:srgbClr val="000000"/>
              </a:solidFill>
              <a:latin typeface="Arial"/>
            </a:endParaRPr>
          </a:p>
        </p:txBody>
      </p:sp>
      <p:sp>
        <p:nvSpPr>
          <p:cNvPr id="41"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rmAutofit fontScale="74983" lnSpcReduction="10000"/>
          </a:bodyPr>
          <a:p>
            <a:pPr marL="432000" indent="-324000">
              <a:spcBef>
                <a:spcPts val="1417"/>
              </a:spcBef>
              <a:buClr>
                <a:srgbClr val="ffffff"/>
              </a:buClr>
              <a:buSzPct val="45000"/>
              <a:buFont typeface="Wingdings" charset="2"/>
              <a:buChar char=""/>
            </a:pPr>
            <a:r>
              <a:rPr b="0" lang="es-ES" sz="2800" spc="-1" strike="noStrike">
                <a:solidFill>
                  <a:srgbClr val="000000"/>
                </a:solidFill>
                <a:latin typeface="Arial"/>
              </a:rPr>
              <a:t>Pulse para editar el formato de texto del esquema</a:t>
            </a:r>
            <a:endParaRPr b="0" lang="es-E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2800" spc="-1" strike="noStrike">
                <a:solidFill>
                  <a:srgbClr val="000000"/>
                </a:solidFill>
                <a:latin typeface="Arial"/>
              </a:rPr>
              <a:t>Tercer nivel del esquema</a:t>
            </a:r>
            <a:endParaRPr b="0" lang="es-E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2800" spc="-1" strike="noStrike">
                <a:solidFill>
                  <a:srgbClr val="000000"/>
                </a:solidFill>
                <a:latin typeface="Arial"/>
              </a:rPr>
              <a:t>Cuarto nivel del esquema</a:t>
            </a:r>
            <a:endParaRPr b="0" lang="es-E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2800" spc="-1" strike="noStrike">
                <a:solidFill>
                  <a:srgbClr val="000000"/>
                </a:solidFill>
                <a:latin typeface="Arial"/>
              </a:rPr>
              <a:t>Quinto nivel del esquema</a:t>
            </a:r>
            <a:endParaRPr b="0" lang="es-E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2800" spc="-1" strike="noStrike">
                <a:solidFill>
                  <a:srgbClr val="000000"/>
                </a:solidFill>
                <a:latin typeface="Arial"/>
              </a:rPr>
              <a:t>Sexto nivel del esquema</a:t>
            </a:r>
            <a:endParaRPr b="0" lang="es-E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2800" spc="-1" strike="noStrike">
                <a:solidFill>
                  <a:srgbClr val="000000"/>
                </a:solidFill>
                <a:latin typeface="Arial"/>
              </a:rPr>
              <a:t>Séptimo nivel del esquema</a:t>
            </a:r>
            <a:endParaRPr b="0" lang="es-ES" sz="2800" spc="-1" strike="noStrike">
              <a:solidFill>
                <a:srgbClr val="000000"/>
              </a:solidFill>
              <a:latin typeface="Arial"/>
            </a:endParaRPr>
          </a:p>
        </p:txBody>
      </p:sp>
      <p:sp>
        <p:nvSpPr>
          <p:cNvPr id="42"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43"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44"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CEC3BA92-FF1E-4023-BFD9-2FDD03990D7F}"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fontScale="93422"/>
          </a:bodyPr>
          <a:p>
            <a:pPr indent="0">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46"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47"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48"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B3B33E36-9F82-4CDC-A085-E110810FB0F4}"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51"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52"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590FBAE4-858F-4B3B-9947-6A50CB2269A1}"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s-ES" sz="3200" spc="-1" strike="noStrike">
                <a:solidFill>
                  <a:srgbClr val="000000"/>
                </a:solidFill>
                <a:latin typeface="Arial"/>
              </a:rPr>
              <a:t>Pulse para editar el formato del texto de título</a:t>
            </a:r>
            <a:endParaRPr b="0" lang="es-ES" sz="3200" spc="-1" strike="noStrike">
              <a:solidFill>
                <a:srgbClr val="000000"/>
              </a:solidFill>
              <a:latin typeface="Arial"/>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rmAutofit fontScale="87491" lnSpcReduction="10000"/>
          </a:bodyPr>
          <a:p>
            <a:pPr marL="432000" indent="-324000">
              <a:spcBef>
                <a:spcPts val="1417"/>
              </a:spcBef>
              <a:buClr>
                <a:srgbClr val="ffffff"/>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3200" spc="-1" strike="noStrike">
                <a:solidFill>
                  <a:srgbClr val="000000"/>
                </a:solidFill>
                <a:latin typeface="Arial"/>
              </a:rPr>
              <a:t>Segundo nivel del esquema</a:t>
            </a:r>
            <a:endParaRPr b="0" lang="es-ES" sz="3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3200" spc="-1" strike="noStrike">
                <a:solidFill>
                  <a:srgbClr val="000000"/>
                </a:solidFill>
                <a:latin typeface="Arial"/>
              </a:rPr>
              <a:t>Tercer nivel del esquema</a:t>
            </a:r>
            <a:endParaRPr b="0" lang="es-ES" sz="3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3200" spc="-1" strike="noStrike">
                <a:solidFill>
                  <a:srgbClr val="000000"/>
                </a:solidFill>
                <a:latin typeface="Arial"/>
              </a:rPr>
              <a:t>Cuarto nivel del esquema</a:t>
            </a:r>
            <a:endParaRPr b="0" lang="es-ES" sz="3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3200" spc="-1" strike="noStrike">
                <a:solidFill>
                  <a:srgbClr val="000000"/>
                </a:solidFill>
                <a:latin typeface="Arial"/>
              </a:rPr>
              <a:t>Quinto nivel del esquema</a:t>
            </a:r>
            <a:endParaRPr b="0" lang="es-ES" sz="3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3200" spc="-1" strike="noStrike">
                <a:solidFill>
                  <a:srgbClr val="000000"/>
                </a:solidFill>
                <a:latin typeface="Arial"/>
              </a:rPr>
              <a:t>Sexto nivel del esquema</a:t>
            </a:r>
            <a:endParaRPr b="0" lang="es-ES" sz="3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3200" spc="-1" strike="noStrike">
                <a:solidFill>
                  <a:srgbClr val="000000"/>
                </a:solidFill>
                <a:latin typeface="Arial"/>
              </a:rPr>
              <a:t>Séptimo nivel del esquema</a:t>
            </a:r>
            <a:endParaRPr b="0" lang="es-ES" sz="3200" spc="-1" strike="noStrike">
              <a:solidFill>
                <a:srgbClr val="000000"/>
              </a:solidFill>
              <a:latin typeface="Arial"/>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fontScale="93198"/>
          </a:bodyPr>
          <a:p>
            <a:pPr marL="432000" indent="-324000">
              <a:spcBef>
                <a:spcPts val="1417"/>
              </a:spcBef>
              <a:buClr>
                <a:srgbClr val="ffffff"/>
              </a:buClr>
              <a:buSzPct val="45000"/>
              <a:buFont typeface="Wingdings" charset="2"/>
              <a:buChar char=""/>
            </a:pPr>
            <a:r>
              <a:rPr b="0" lang="es-ES" sz="1600" spc="-1" strike="noStrike">
                <a:solidFill>
                  <a:srgbClr val="000000"/>
                </a:solidFill>
                <a:latin typeface="Arial"/>
              </a:rPr>
              <a:t>Pulse para editar el formato de texto del esquema</a:t>
            </a:r>
            <a:endParaRPr b="0" lang="es-E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1600" spc="-1" strike="noStrike">
                <a:solidFill>
                  <a:srgbClr val="000000"/>
                </a:solidFill>
                <a:latin typeface="Arial"/>
              </a:rPr>
              <a:t>Segundo nivel del esquema</a:t>
            </a:r>
            <a:endParaRPr b="0" lang="es-E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1600" spc="-1" strike="noStrike">
                <a:solidFill>
                  <a:srgbClr val="000000"/>
                </a:solidFill>
                <a:latin typeface="Arial"/>
              </a:rPr>
              <a:t>Tercer nivel del esquema</a:t>
            </a:r>
            <a:endParaRPr b="0" lang="es-E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1600" spc="-1" strike="noStrike">
                <a:solidFill>
                  <a:srgbClr val="000000"/>
                </a:solidFill>
                <a:latin typeface="Arial"/>
              </a:rPr>
              <a:t>Cuarto nivel del esquema</a:t>
            </a:r>
            <a:endParaRPr b="0" lang="es-E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1600" spc="-1" strike="noStrike">
                <a:solidFill>
                  <a:srgbClr val="000000"/>
                </a:solidFill>
                <a:latin typeface="Arial"/>
              </a:rPr>
              <a:t>Quinto nivel del esquema</a:t>
            </a:r>
            <a:endParaRPr b="0" lang="es-E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1600" spc="-1" strike="noStrike">
                <a:solidFill>
                  <a:srgbClr val="000000"/>
                </a:solidFill>
                <a:latin typeface="Arial"/>
              </a:rPr>
              <a:t>Sexto nivel del esquema</a:t>
            </a:r>
            <a:endParaRPr b="0" lang="es-E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1600" spc="-1" strike="noStrike">
                <a:solidFill>
                  <a:srgbClr val="000000"/>
                </a:solidFill>
                <a:latin typeface="Arial"/>
              </a:rPr>
              <a:t>Séptimo nivel del esquema</a:t>
            </a:r>
            <a:endParaRPr b="0" lang="es-ES" sz="1600" spc="-1" strike="noStrike">
              <a:solidFill>
                <a:srgbClr val="000000"/>
              </a:solidFill>
              <a:latin typeface="Arial"/>
            </a:endParaRPr>
          </a:p>
        </p:txBody>
      </p:sp>
      <p:sp>
        <p:nvSpPr>
          <p:cNvPr id="56"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57"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58"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0311251B-E211-4FED-AA5F-729D6A5638DD}"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s-ES" sz="3200" spc="-1" strike="noStrike">
                <a:solidFill>
                  <a:srgbClr val="000000"/>
                </a:solidFill>
                <a:latin typeface="Arial"/>
              </a:rPr>
              <a:t>Pulse para editar el formato del texto de título</a:t>
            </a:r>
            <a:endParaRPr b="0" lang="es-ES" sz="3200" spc="-1" strike="noStrike">
              <a:solidFill>
                <a:srgbClr val="000000"/>
              </a:solidFill>
              <a:latin typeface="Arial"/>
            </a:endParaRPr>
          </a:p>
        </p:txBody>
      </p:sp>
      <p:sp>
        <p:nvSpPr>
          <p:cNvPr id="60"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rmAutofit fontScale="87491" lnSpcReduction="10000"/>
          </a:bodyPr>
          <a:p>
            <a:pPr marL="432000" indent="-324000">
              <a:spcBef>
                <a:spcPts val="1417"/>
              </a:spcBef>
              <a:buClr>
                <a:srgbClr val="ffffff"/>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3200" spc="-1" strike="noStrike">
                <a:solidFill>
                  <a:srgbClr val="000000"/>
                </a:solidFill>
                <a:latin typeface="Arial"/>
              </a:rPr>
              <a:t>Segundo nivel del esquema</a:t>
            </a:r>
            <a:endParaRPr b="0" lang="es-ES" sz="3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3200" spc="-1" strike="noStrike">
                <a:solidFill>
                  <a:srgbClr val="000000"/>
                </a:solidFill>
                <a:latin typeface="Arial"/>
              </a:rPr>
              <a:t>Tercer nivel del esquema</a:t>
            </a:r>
            <a:endParaRPr b="0" lang="es-ES" sz="3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3200" spc="-1" strike="noStrike">
                <a:solidFill>
                  <a:srgbClr val="000000"/>
                </a:solidFill>
                <a:latin typeface="Arial"/>
              </a:rPr>
              <a:t>Cuarto nivel del esquema</a:t>
            </a:r>
            <a:endParaRPr b="0" lang="es-ES" sz="3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3200" spc="-1" strike="noStrike">
                <a:solidFill>
                  <a:srgbClr val="000000"/>
                </a:solidFill>
                <a:latin typeface="Arial"/>
              </a:rPr>
              <a:t>Quinto nivel del esquema</a:t>
            </a:r>
            <a:endParaRPr b="0" lang="es-ES" sz="3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3200" spc="-1" strike="noStrike">
                <a:solidFill>
                  <a:srgbClr val="000000"/>
                </a:solidFill>
                <a:latin typeface="Arial"/>
              </a:rPr>
              <a:t>Sexto nivel del esquema</a:t>
            </a:r>
            <a:endParaRPr b="0" lang="es-ES" sz="3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3200" spc="-1" strike="noStrike">
                <a:solidFill>
                  <a:srgbClr val="000000"/>
                </a:solidFill>
                <a:latin typeface="Arial"/>
              </a:rPr>
              <a:t>Séptimo nivel del esquema</a:t>
            </a:r>
            <a:endParaRPr b="0" lang="es-ES" sz="3200" spc="-1" strike="noStrike">
              <a:solidFill>
                <a:srgbClr val="000000"/>
              </a:solidFill>
              <a:latin typeface="Arial"/>
            </a:endParaRPr>
          </a:p>
        </p:txBody>
      </p:sp>
      <p:sp>
        <p:nvSpPr>
          <p:cNvPr id="61"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fontScale="93198"/>
          </a:bodyPr>
          <a:p>
            <a:pPr marL="432000" indent="-324000">
              <a:spcBef>
                <a:spcPts val="1417"/>
              </a:spcBef>
              <a:buClr>
                <a:srgbClr val="ffffff"/>
              </a:buClr>
              <a:buSzPct val="45000"/>
              <a:buFont typeface="Wingdings" charset="2"/>
              <a:buChar char=""/>
            </a:pPr>
            <a:r>
              <a:rPr b="0" lang="es-ES" sz="1600" spc="-1" strike="noStrike">
                <a:solidFill>
                  <a:srgbClr val="000000"/>
                </a:solidFill>
                <a:latin typeface="Arial"/>
              </a:rPr>
              <a:t>Pulse para editar el formato de texto del esquema</a:t>
            </a:r>
            <a:endParaRPr b="0" lang="es-E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s-ES" sz="1600" spc="-1" strike="noStrike">
                <a:solidFill>
                  <a:srgbClr val="000000"/>
                </a:solidFill>
                <a:latin typeface="Arial"/>
              </a:rPr>
              <a:t>Segundo nivel del esquema</a:t>
            </a:r>
            <a:endParaRPr b="0" lang="es-E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s-ES" sz="1600" spc="-1" strike="noStrike">
                <a:solidFill>
                  <a:srgbClr val="000000"/>
                </a:solidFill>
                <a:latin typeface="Arial"/>
              </a:rPr>
              <a:t>Tercer nivel del esquema</a:t>
            </a:r>
            <a:endParaRPr b="0" lang="es-E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s-ES" sz="1600" spc="-1" strike="noStrike">
                <a:solidFill>
                  <a:srgbClr val="000000"/>
                </a:solidFill>
                <a:latin typeface="Arial"/>
              </a:rPr>
              <a:t>Cuarto nivel del esquema</a:t>
            </a:r>
            <a:endParaRPr b="0" lang="es-E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s-ES" sz="1600" spc="-1" strike="noStrike">
                <a:solidFill>
                  <a:srgbClr val="000000"/>
                </a:solidFill>
                <a:latin typeface="Arial"/>
              </a:rPr>
              <a:t>Quinto nivel del esquema</a:t>
            </a:r>
            <a:endParaRPr b="0" lang="es-E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s-ES" sz="1600" spc="-1" strike="noStrike">
                <a:solidFill>
                  <a:srgbClr val="000000"/>
                </a:solidFill>
                <a:latin typeface="Arial"/>
              </a:rPr>
              <a:t>Sexto nivel del esquema</a:t>
            </a:r>
            <a:endParaRPr b="0" lang="es-E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s-ES" sz="1600" spc="-1" strike="noStrike">
                <a:solidFill>
                  <a:srgbClr val="000000"/>
                </a:solidFill>
                <a:latin typeface="Arial"/>
              </a:rPr>
              <a:t>Séptimo nivel del esquema</a:t>
            </a:r>
            <a:endParaRPr b="0" lang="es-ES" sz="1600" spc="-1" strike="noStrike">
              <a:solidFill>
                <a:srgbClr val="000000"/>
              </a:solidFill>
              <a:latin typeface="Arial"/>
            </a:endParaRPr>
          </a:p>
        </p:txBody>
      </p:sp>
      <p:sp>
        <p:nvSpPr>
          <p:cNvPr id="62"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s-ES" sz="1400" spc="-1" strike="noStrike">
                <a:solidFill>
                  <a:srgbClr val="ffffff"/>
                </a:solidFill>
                <a:latin typeface="Times New Roman"/>
              </a:defRPr>
            </a:lvl1pPr>
          </a:lstStyle>
          <a:p>
            <a:pPr indent="0">
              <a:buNone/>
            </a:pPr>
            <a:r>
              <a:rPr b="0" lang="es-ES" sz="1400" spc="-1" strike="noStrike">
                <a:solidFill>
                  <a:srgbClr val="ffffff"/>
                </a:solidFill>
                <a:latin typeface="Times New Roman"/>
              </a:rPr>
              <a:t>&lt;fecha/hora&gt;</a:t>
            </a:r>
            <a:endParaRPr b="0" lang="es-ES" sz="1400" spc="-1" strike="noStrike">
              <a:solidFill>
                <a:srgbClr val="ffffff"/>
              </a:solidFill>
              <a:latin typeface="Times New Roman"/>
            </a:endParaRPr>
          </a:p>
        </p:txBody>
      </p:sp>
      <p:sp>
        <p:nvSpPr>
          <p:cNvPr id="63"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s-ES" sz="1400" spc="-1" strike="noStrike">
                <a:solidFill>
                  <a:srgbClr val="ffffff"/>
                </a:solidFill>
                <a:latin typeface="Times New Roman"/>
              </a:defRPr>
            </a:lvl1pPr>
          </a:lstStyle>
          <a:p>
            <a:pPr indent="0" algn="ctr">
              <a:buNone/>
            </a:pPr>
            <a:r>
              <a:rPr b="0" lang="es-ES" sz="1400" spc="-1" strike="noStrike">
                <a:solidFill>
                  <a:srgbClr val="ffffff"/>
                </a:solidFill>
                <a:latin typeface="Times New Roman"/>
              </a:rPr>
              <a:t>&lt;pie de página&gt;</a:t>
            </a:r>
            <a:endParaRPr b="0" lang="es-ES" sz="1400" spc="-1" strike="noStrike">
              <a:solidFill>
                <a:srgbClr val="ffffff"/>
              </a:solidFill>
              <a:latin typeface="Times New Roman"/>
            </a:endParaRPr>
          </a:p>
        </p:txBody>
      </p:sp>
      <p:sp>
        <p:nvSpPr>
          <p:cNvPr id="64"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GB" sz="1200" spc="-1" strike="noStrike">
                <a:solidFill>
                  <a:schemeClr val="lt1"/>
                </a:solidFill>
                <a:latin typeface="Calibri"/>
                <a:ea typeface="Calibri"/>
              </a:defRPr>
            </a:lvl1pPr>
          </a:lstStyle>
          <a:p>
            <a:pPr indent="0" algn="r">
              <a:lnSpc>
                <a:spcPct val="100000"/>
              </a:lnSpc>
              <a:buNone/>
              <a:tabLst>
                <a:tab algn="l" pos="0"/>
              </a:tabLst>
            </a:pPr>
            <a:fld id="{7BE870FA-131F-48E6-9CD8-B25CF55AD02A}" type="slidenum">
              <a:rPr b="0" lang="en-GB" sz="1200" spc="-1" strike="noStrike">
                <a:solidFill>
                  <a:schemeClr val="lt1"/>
                </a:solidFill>
                <a:latin typeface="Calibri"/>
                <a:ea typeface="Calibri"/>
              </a:rPr>
              <a:t>&lt;número&gt;</a:t>
            </a:fld>
            <a:endParaRPr b="0" lang="es-ES" sz="12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slideLayout" Target="../slideLayouts/slideLayout1.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https://waternova.github.io/random-forest-viz/" TargetMode="External"/><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hyperlink" Target="https://learning.oreilly.com/library/view/hands-on-machine-learning/9781492032632/ch07.html#ensembles_chapter" TargetMode="External"/><Relationship Id="rId2" Type="http://schemas.openxmlformats.org/officeDocument/2006/relationships/hyperlink" Target="https://towardsdatascience.com/simple-guide-for-ensemble-learning-methods-d87cc68705a2" TargetMode="External"/><Relationship Id="rId3" Type="http://schemas.openxmlformats.org/officeDocument/2006/relationships/hyperlink" Target="https://towardsdatascience.com/how-does-xgboost-work-748bc75c58aa" TargetMode="External"/><Relationship Id="rId4" Type="http://schemas.openxmlformats.org/officeDocument/2006/relationships/slideLayout" Target="../slideLayouts/slideLayout1.xml"/><Relationship Id="rId5"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276640" y="2330280"/>
            <a:ext cx="7638480" cy="2197440"/>
          </a:xfrm>
          <a:prstGeom prst="rect">
            <a:avLst/>
          </a:prstGeom>
          <a:noFill/>
          <a:ln w="0">
            <a:noFill/>
          </a:ln>
        </p:spPr>
        <p:txBody>
          <a:bodyPr lIns="91440" rIns="91440" tIns="45720" bIns="45720" anchor="ctr">
            <a:normAutofit/>
          </a:bodyPr>
          <a:p>
            <a:pPr indent="0" algn="ctr">
              <a:lnSpc>
                <a:spcPct val="90000"/>
              </a:lnSpc>
              <a:buNone/>
              <a:tabLst>
                <a:tab algn="l" pos="0"/>
              </a:tabLst>
            </a:pPr>
            <a:r>
              <a:rPr b="0" lang="en-GB" sz="4400" spc="-1" strike="noStrike">
                <a:solidFill>
                  <a:srgbClr val="ff0000"/>
                </a:solidFill>
                <a:latin typeface="Calibri"/>
                <a:ea typeface="Calibri"/>
              </a:rPr>
              <a:t>M</a:t>
            </a:r>
            <a:r>
              <a:rPr b="0" lang="en-GB" sz="4400" spc="-1" strike="noStrike">
                <a:solidFill>
                  <a:srgbClr val="ff0000"/>
                </a:solidFill>
                <a:latin typeface="Calibri"/>
                <a:ea typeface="Calibri"/>
              </a:rPr>
              <a:t>a</a:t>
            </a:r>
            <a:r>
              <a:rPr b="0" lang="en-GB" sz="4400" spc="-1" strike="noStrike">
                <a:solidFill>
                  <a:srgbClr val="ff0000"/>
                </a:solidFill>
                <a:latin typeface="Calibri"/>
                <a:ea typeface="Calibri"/>
              </a:rPr>
              <a:t>c</a:t>
            </a:r>
            <a:r>
              <a:rPr b="0" lang="en-GB" sz="4400" spc="-1" strike="noStrike">
                <a:solidFill>
                  <a:srgbClr val="ff0000"/>
                </a:solidFill>
                <a:latin typeface="Calibri"/>
                <a:ea typeface="Calibri"/>
              </a:rPr>
              <a:t>h</a:t>
            </a:r>
            <a:r>
              <a:rPr b="0" lang="en-GB" sz="4400" spc="-1" strike="noStrike">
                <a:solidFill>
                  <a:srgbClr val="ff0000"/>
                </a:solidFill>
                <a:latin typeface="Calibri"/>
                <a:ea typeface="Calibri"/>
              </a:rPr>
              <a:t>i</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e </a:t>
            </a:r>
            <a:r>
              <a:rPr b="0" lang="en-GB" sz="4400" spc="-1" strike="noStrike">
                <a:solidFill>
                  <a:srgbClr val="ff0000"/>
                </a:solidFill>
                <a:latin typeface="Calibri"/>
                <a:ea typeface="Calibri"/>
              </a:rPr>
              <a:t>L</a:t>
            </a:r>
            <a:r>
              <a:rPr b="0" lang="en-GB" sz="4400" spc="-1" strike="noStrike">
                <a:solidFill>
                  <a:srgbClr val="ff0000"/>
                </a:solidFill>
                <a:latin typeface="Calibri"/>
                <a:ea typeface="Calibri"/>
              </a:rPr>
              <a:t>e</a:t>
            </a:r>
            <a:r>
              <a:rPr b="0" lang="en-GB" sz="4400" spc="-1" strike="noStrike">
                <a:solidFill>
                  <a:srgbClr val="ff0000"/>
                </a:solidFill>
                <a:latin typeface="Calibri"/>
                <a:ea typeface="Calibri"/>
              </a:rPr>
              <a:t>a</a:t>
            </a:r>
            <a:r>
              <a:rPr b="0" lang="en-GB" sz="4400" spc="-1" strike="noStrike">
                <a:solidFill>
                  <a:srgbClr val="ff0000"/>
                </a:solidFill>
                <a:latin typeface="Calibri"/>
                <a:ea typeface="Calibri"/>
              </a:rPr>
              <a:t>r</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i</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g </a:t>
            </a:r>
            <a:r>
              <a:rPr b="0" lang="en-GB" sz="4400" spc="-1" strike="noStrike">
                <a:solidFill>
                  <a:srgbClr val="ff0000"/>
                </a:solidFill>
                <a:latin typeface="Calibri"/>
                <a:ea typeface="Calibri"/>
              </a:rPr>
              <a:t>– </a:t>
            </a:r>
            <a:r>
              <a:rPr b="0" lang="en-GB" sz="4400" spc="-1" strike="noStrike">
                <a:solidFill>
                  <a:srgbClr val="ff0000"/>
                </a:solidFill>
                <a:latin typeface="Calibri"/>
                <a:ea typeface="Calibri"/>
              </a:rPr>
              <a:t>E</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s</a:t>
            </a:r>
            <a:r>
              <a:rPr b="0" lang="en-GB" sz="4400" spc="-1" strike="noStrike">
                <a:solidFill>
                  <a:srgbClr val="ff0000"/>
                </a:solidFill>
                <a:latin typeface="Calibri"/>
                <a:ea typeface="Calibri"/>
              </a:rPr>
              <a:t>e</a:t>
            </a:r>
            <a:r>
              <a:rPr b="0" lang="en-GB" sz="4400" spc="-1" strike="noStrike">
                <a:solidFill>
                  <a:srgbClr val="ff0000"/>
                </a:solidFill>
                <a:latin typeface="Calibri"/>
                <a:ea typeface="Calibri"/>
              </a:rPr>
              <a:t>m</a:t>
            </a:r>
            <a:r>
              <a:rPr b="0" lang="en-GB" sz="4400" spc="-1" strike="noStrike">
                <a:solidFill>
                  <a:srgbClr val="ff0000"/>
                </a:solidFill>
                <a:latin typeface="Calibri"/>
                <a:ea typeface="Calibri"/>
              </a:rPr>
              <a:t>b</a:t>
            </a:r>
            <a:r>
              <a:rPr b="0" lang="en-GB" sz="4400" spc="-1" strike="noStrike">
                <a:solidFill>
                  <a:srgbClr val="ff0000"/>
                </a:solidFill>
                <a:latin typeface="Calibri"/>
                <a:ea typeface="Calibri"/>
              </a:rPr>
              <a:t>li</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g</a:t>
            </a: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Concurso de la tele</a:t>
            </a:r>
            <a:endParaRPr b="0" lang="es-ES" sz="4400" spc="-1" strike="noStrike">
              <a:solidFill>
                <a:srgbClr val="000000"/>
              </a:solidFill>
              <a:latin typeface="Arial"/>
            </a:endParaRPr>
          </a:p>
        </p:txBody>
      </p:sp>
      <p:pic>
        <p:nvPicPr>
          <p:cNvPr id="73" name="Google Shape;96;g9c522aaa2e_0_10" descr="Icono&#10;&#10;Descripción generada automáticamente"/>
          <p:cNvPicPr/>
          <p:nvPr/>
        </p:nvPicPr>
        <p:blipFill>
          <a:blip r:embed="rId1"/>
          <a:stretch/>
        </p:blipFill>
        <p:spPr>
          <a:xfrm>
            <a:off x="3624120" y="2806200"/>
            <a:ext cx="433800" cy="485280"/>
          </a:xfrm>
          <a:prstGeom prst="rect">
            <a:avLst/>
          </a:prstGeom>
          <a:ln w="0">
            <a:noFill/>
          </a:ln>
        </p:spPr>
      </p:pic>
      <p:pic>
        <p:nvPicPr>
          <p:cNvPr id="74" name="Google Shape;97;g9c522aaa2e_0_10" descr="Icono&#10;&#10;Descripción generada automáticamente"/>
          <p:cNvPicPr/>
          <p:nvPr/>
        </p:nvPicPr>
        <p:blipFill>
          <a:blip r:embed="rId2"/>
          <a:stretch/>
        </p:blipFill>
        <p:spPr>
          <a:xfrm>
            <a:off x="5008680" y="2806200"/>
            <a:ext cx="433800" cy="485280"/>
          </a:xfrm>
          <a:prstGeom prst="rect">
            <a:avLst/>
          </a:prstGeom>
          <a:ln w="0">
            <a:noFill/>
          </a:ln>
        </p:spPr>
      </p:pic>
      <p:pic>
        <p:nvPicPr>
          <p:cNvPr id="75" name="Google Shape;98;g9c522aaa2e_0_10" descr="Icono&#10;&#10;Descripción generada automáticamente"/>
          <p:cNvPicPr/>
          <p:nvPr/>
        </p:nvPicPr>
        <p:blipFill>
          <a:blip r:embed="rId3"/>
          <a:stretch/>
        </p:blipFill>
        <p:spPr>
          <a:xfrm>
            <a:off x="5719320" y="2806200"/>
            <a:ext cx="433800" cy="485280"/>
          </a:xfrm>
          <a:prstGeom prst="rect">
            <a:avLst/>
          </a:prstGeom>
          <a:ln w="0">
            <a:noFill/>
          </a:ln>
        </p:spPr>
      </p:pic>
      <p:pic>
        <p:nvPicPr>
          <p:cNvPr id="76" name="Google Shape;99;g9c522aaa2e_0_10" descr="Icono&#10;&#10;Descripción generada automáticamente"/>
          <p:cNvPicPr/>
          <p:nvPr/>
        </p:nvPicPr>
        <p:blipFill>
          <a:blip r:embed="rId4"/>
          <a:stretch/>
        </p:blipFill>
        <p:spPr>
          <a:xfrm>
            <a:off x="4264200" y="2806200"/>
            <a:ext cx="433800" cy="485280"/>
          </a:xfrm>
          <a:prstGeom prst="rect">
            <a:avLst/>
          </a:prstGeom>
          <a:ln w="0">
            <a:noFill/>
          </a:ln>
        </p:spPr>
      </p:pic>
      <p:sp>
        <p:nvSpPr>
          <p:cNvPr id="77" name="Google Shape;100;g9c522aaa2e_0_10"/>
          <p:cNvSpPr/>
          <p:nvPr/>
        </p:nvSpPr>
        <p:spPr>
          <a:xfrm>
            <a:off x="2440440" y="3414600"/>
            <a:ext cx="9727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0" lang="en-GB" sz="1300" spc="-1" strike="noStrike">
                <a:solidFill>
                  <a:srgbClr val="ffffff"/>
                </a:solidFill>
                <a:latin typeface="Calibri"/>
                <a:ea typeface="Calibri"/>
              </a:rPr>
              <a:t>Pregunta 1</a:t>
            </a:r>
            <a:endParaRPr b="0" lang="es-ES" sz="1300" spc="-1" strike="noStrike">
              <a:solidFill>
                <a:srgbClr val="ffffff"/>
              </a:solidFill>
              <a:latin typeface="Arial"/>
            </a:endParaRPr>
          </a:p>
        </p:txBody>
      </p:sp>
      <p:cxnSp>
        <p:nvCxnSpPr>
          <p:cNvPr id="78" name="Google Shape;101;g9c522aaa2e_0_10"/>
          <p:cNvCxnSpPr/>
          <p:nvPr/>
        </p:nvCxnSpPr>
        <p:spPr>
          <a:xfrm>
            <a:off x="2530800" y="3364920"/>
            <a:ext cx="6725160" cy="360"/>
          </a:xfrm>
          <a:prstGeom prst="straightConnector1">
            <a:avLst/>
          </a:prstGeom>
          <a:ln w="28575">
            <a:solidFill>
              <a:srgbClr val="674ea7"/>
            </a:solidFill>
            <a:miter/>
          </a:ln>
        </p:spPr>
      </p:cxnSp>
      <p:sp>
        <p:nvSpPr>
          <p:cNvPr id="79" name="Google Shape;102;g9c522aaa2e_0_10"/>
          <p:cNvSpPr/>
          <p:nvPr/>
        </p:nvSpPr>
        <p:spPr>
          <a:xfrm>
            <a:off x="365148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cxnSp>
        <p:nvCxnSpPr>
          <p:cNvPr id="80" name="Google Shape;103;g9c522aaa2e_0_10"/>
          <p:cNvCxnSpPr/>
          <p:nvPr/>
        </p:nvCxnSpPr>
        <p:spPr>
          <a:xfrm>
            <a:off x="2530800" y="4191120"/>
            <a:ext cx="6725160" cy="360"/>
          </a:xfrm>
          <a:prstGeom prst="straightConnector1">
            <a:avLst/>
          </a:prstGeom>
          <a:ln w="28575">
            <a:solidFill>
              <a:srgbClr val="674ea7"/>
            </a:solidFill>
            <a:miter/>
          </a:ln>
        </p:spPr>
      </p:cxnSp>
      <p:cxnSp>
        <p:nvCxnSpPr>
          <p:cNvPr id="81" name="Google Shape;104;g9c522aaa2e_0_10"/>
          <p:cNvCxnSpPr/>
          <p:nvPr/>
        </p:nvCxnSpPr>
        <p:spPr>
          <a:xfrm>
            <a:off x="2530800" y="3771720"/>
            <a:ext cx="6725160" cy="360"/>
          </a:xfrm>
          <a:prstGeom prst="straightConnector1">
            <a:avLst/>
          </a:prstGeom>
          <a:ln w="28575">
            <a:solidFill>
              <a:srgbClr val="674ea7"/>
            </a:solidFill>
            <a:miter/>
          </a:ln>
        </p:spPr>
      </p:cxnSp>
      <p:cxnSp>
        <p:nvCxnSpPr>
          <p:cNvPr id="82" name="Google Shape;105;g9c522aaa2e_0_10"/>
          <p:cNvCxnSpPr/>
          <p:nvPr/>
        </p:nvCxnSpPr>
        <p:spPr>
          <a:xfrm>
            <a:off x="2530800" y="4654800"/>
            <a:ext cx="6725160" cy="360"/>
          </a:xfrm>
          <a:prstGeom prst="straightConnector1">
            <a:avLst/>
          </a:prstGeom>
          <a:ln w="28575">
            <a:solidFill>
              <a:srgbClr val="674ea7"/>
            </a:solidFill>
            <a:miter/>
          </a:ln>
        </p:spPr>
      </p:cxnSp>
      <p:cxnSp>
        <p:nvCxnSpPr>
          <p:cNvPr id="83" name="Google Shape;106;g9c522aaa2e_0_10"/>
          <p:cNvCxnSpPr/>
          <p:nvPr/>
        </p:nvCxnSpPr>
        <p:spPr>
          <a:xfrm>
            <a:off x="2530800" y="5099760"/>
            <a:ext cx="6725160" cy="360"/>
          </a:xfrm>
          <a:prstGeom prst="straightConnector1">
            <a:avLst/>
          </a:prstGeom>
          <a:ln w="28575">
            <a:solidFill>
              <a:srgbClr val="674ea7"/>
            </a:solidFill>
            <a:miter/>
          </a:ln>
        </p:spPr>
      </p:cxnSp>
      <p:sp>
        <p:nvSpPr>
          <p:cNvPr id="84" name="Google Shape;107;g9c522aaa2e_0_10"/>
          <p:cNvSpPr/>
          <p:nvPr/>
        </p:nvSpPr>
        <p:spPr>
          <a:xfrm>
            <a:off x="5036400" y="339516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85" name="Google Shape;108;g9c522aaa2e_0_10"/>
          <p:cNvSpPr/>
          <p:nvPr/>
        </p:nvSpPr>
        <p:spPr>
          <a:xfrm>
            <a:off x="2440440" y="3827880"/>
            <a:ext cx="9727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0" lang="en-GB" sz="1300" spc="-1" strike="noStrike">
                <a:solidFill>
                  <a:srgbClr val="ffffff"/>
                </a:solidFill>
                <a:latin typeface="Calibri"/>
                <a:ea typeface="Calibri"/>
              </a:rPr>
              <a:t>Pregunta 2</a:t>
            </a:r>
            <a:endParaRPr b="0" lang="es-ES" sz="1300" spc="-1" strike="noStrike">
              <a:solidFill>
                <a:srgbClr val="ffffff"/>
              </a:solidFill>
              <a:latin typeface="Arial"/>
            </a:endParaRPr>
          </a:p>
        </p:txBody>
      </p:sp>
      <p:sp>
        <p:nvSpPr>
          <p:cNvPr id="86" name="Google Shape;109;g9c522aaa2e_0_10"/>
          <p:cNvSpPr/>
          <p:nvPr/>
        </p:nvSpPr>
        <p:spPr>
          <a:xfrm>
            <a:off x="2440440" y="4269240"/>
            <a:ext cx="9727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0" lang="en-GB" sz="1300" spc="-1" strike="noStrike">
                <a:solidFill>
                  <a:srgbClr val="ffffff"/>
                </a:solidFill>
                <a:latin typeface="Calibri"/>
                <a:ea typeface="Calibri"/>
              </a:rPr>
              <a:t>Pregunta 3</a:t>
            </a:r>
            <a:endParaRPr b="0" lang="es-ES" sz="1300" spc="-1" strike="noStrike">
              <a:solidFill>
                <a:srgbClr val="ffffff"/>
              </a:solidFill>
              <a:latin typeface="Arial"/>
            </a:endParaRPr>
          </a:p>
        </p:txBody>
      </p:sp>
      <p:sp>
        <p:nvSpPr>
          <p:cNvPr id="87" name="Google Shape;110;g9c522aaa2e_0_10"/>
          <p:cNvSpPr/>
          <p:nvPr/>
        </p:nvSpPr>
        <p:spPr>
          <a:xfrm>
            <a:off x="2440440" y="4723560"/>
            <a:ext cx="9727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0" lang="en-GB" sz="1300" spc="-1" strike="noStrike">
                <a:solidFill>
                  <a:srgbClr val="ffffff"/>
                </a:solidFill>
                <a:latin typeface="Calibri"/>
                <a:ea typeface="Calibri"/>
              </a:rPr>
              <a:t>Pregunta 4</a:t>
            </a:r>
            <a:endParaRPr b="0" lang="es-ES" sz="1300" spc="-1" strike="noStrike">
              <a:solidFill>
                <a:srgbClr val="ffffff"/>
              </a:solidFill>
              <a:latin typeface="Arial"/>
            </a:endParaRPr>
          </a:p>
        </p:txBody>
      </p:sp>
      <p:pic>
        <p:nvPicPr>
          <p:cNvPr id="88" name="Google Shape;111;g9c522aaa2e_0_10" descr="Icono&#10;&#10;Descripción generada automáticamente"/>
          <p:cNvPicPr/>
          <p:nvPr/>
        </p:nvPicPr>
        <p:blipFill>
          <a:blip r:embed="rId5"/>
          <a:stretch/>
        </p:blipFill>
        <p:spPr>
          <a:xfrm>
            <a:off x="6429960" y="2806200"/>
            <a:ext cx="433800" cy="485280"/>
          </a:xfrm>
          <a:prstGeom prst="rect">
            <a:avLst/>
          </a:prstGeom>
          <a:ln w="0">
            <a:noFill/>
          </a:ln>
        </p:spPr>
      </p:pic>
      <p:cxnSp>
        <p:nvCxnSpPr>
          <p:cNvPr id="89" name="Google Shape;112;g9c522aaa2e_0_10"/>
          <p:cNvCxnSpPr/>
          <p:nvPr/>
        </p:nvCxnSpPr>
        <p:spPr>
          <a:xfrm>
            <a:off x="2530800" y="5545080"/>
            <a:ext cx="6725160" cy="360"/>
          </a:xfrm>
          <a:prstGeom prst="straightConnector1">
            <a:avLst/>
          </a:prstGeom>
          <a:ln w="28575">
            <a:solidFill>
              <a:srgbClr val="674ea7"/>
            </a:solidFill>
            <a:miter/>
          </a:ln>
        </p:spPr>
      </p:cxnSp>
      <p:sp>
        <p:nvSpPr>
          <p:cNvPr id="90" name="Google Shape;113;g9c522aaa2e_0_10"/>
          <p:cNvSpPr/>
          <p:nvPr/>
        </p:nvSpPr>
        <p:spPr>
          <a:xfrm>
            <a:off x="2440440" y="5168520"/>
            <a:ext cx="9727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0" lang="en-GB" sz="1300" spc="-1" strike="noStrike">
                <a:solidFill>
                  <a:srgbClr val="ffffff"/>
                </a:solidFill>
                <a:latin typeface="Calibri"/>
                <a:ea typeface="Calibri"/>
              </a:rPr>
              <a:t>Pregunta 5</a:t>
            </a:r>
            <a:endParaRPr b="0" lang="es-ES" sz="1300" spc="-1" strike="noStrike">
              <a:solidFill>
                <a:srgbClr val="ffffff"/>
              </a:solidFill>
              <a:latin typeface="Arial"/>
            </a:endParaRPr>
          </a:p>
        </p:txBody>
      </p:sp>
      <p:pic>
        <p:nvPicPr>
          <p:cNvPr id="91" name="Google Shape;114;g9c522aaa2e_0_10" descr="Icono&#10;&#10;Descripción generada automáticamente"/>
          <p:cNvPicPr/>
          <p:nvPr/>
        </p:nvPicPr>
        <p:blipFill>
          <a:blip r:embed="rId6"/>
          <a:stretch/>
        </p:blipFill>
        <p:spPr>
          <a:xfrm>
            <a:off x="7856640" y="2774520"/>
            <a:ext cx="433800" cy="485280"/>
          </a:xfrm>
          <a:prstGeom prst="rect">
            <a:avLst/>
          </a:prstGeom>
          <a:ln w="0">
            <a:noFill/>
          </a:ln>
        </p:spPr>
      </p:pic>
      <p:pic>
        <p:nvPicPr>
          <p:cNvPr id="92" name="Google Shape;115;g9c522aaa2e_0_10" descr="Icono&#10;&#10;Descripción generada automáticamente"/>
          <p:cNvPicPr/>
          <p:nvPr/>
        </p:nvPicPr>
        <p:blipFill>
          <a:blip r:embed="rId7"/>
          <a:stretch/>
        </p:blipFill>
        <p:spPr>
          <a:xfrm>
            <a:off x="7112160" y="2774520"/>
            <a:ext cx="433800" cy="485280"/>
          </a:xfrm>
          <a:prstGeom prst="rect">
            <a:avLst/>
          </a:prstGeom>
          <a:ln w="0">
            <a:noFill/>
          </a:ln>
        </p:spPr>
      </p:pic>
      <p:sp>
        <p:nvSpPr>
          <p:cNvPr id="93" name="Google Shape;116;g9c522aaa2e_0_10"/>
          <p:cNvSpPr/>
          <p:nvPr/>
        </p:nvSpPr>
        <p:spPr>
          <a:xfrm>
            <a:off x="429192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94" name="Google Shape;117;g9c522aaa2e_0_10"/>
          <p:cNvSpPr/>
          <p:nvPr/>
        </p:nvSpPr>
        <p:spPr>
          <a:xfrm>
            <a:off x="574704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95" name="Google Shape;118;g9c522aaa2e_0_10"/>
          <p:cNvSpPr/>
          <p:nvPr/>
        </p:nvSpPr>
        <p:spPr>
          <a:xfrm>
            <a:off x="645732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96" name="Google Shape;119;g9c522aaa2e_0_10"/>
          <p:cNvSpPr/>
          <p:nvPr/>
        </p:nvSpPr>
        <p:spPr>
          <a:xfrm>
            <a:off x="713988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97" name="Google Shape;120;g9c522aaa2e_0_10"/>
          <p:cNvSpPr/>
          <p:nvPr/>
        </p:nvSpPr>
        <p:spPr>
          <a:xfrm>
            <a:off x="787824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98" name="Google Shape;121;g9c522aaa2e_0_10"/>
          <p:cNvSpPr/>
          <p:nvPr/>
        </p:nvSpPr>
        <p:spPr>
          <a:xfrm>
            <a:off x="366336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99" name="Google Shape;122;g9c522aaa2e_0_10"/>
          <p:cNvSpPr/>
          <p:nvPr/>
        </p:nvSpPr>
        <p:spPr>
          <a:xfrm>
            <a:off x="429192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00" name="Google Shape;123;g9c522aaa2e_0_10"/>
          <p:cNvSpPr/>
          <p:nvPr/>
        </p:nvSpPr>
        <p:spPr>
          <a:xfrm>
            <a:off x="787824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01" name="Google Shape;124;g9c522aaa2e_0_10"/>
          <p:cNvSpPr/>
          <p:nvPr/>
        </p:nvSpPr>
        <p:spPr>
          <a:xfrm>
            <a:off x="503640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02" name="Google Shape;125;g9c522aaa2e_0_10"/>
          <p:cNvSpPr/>
          <p:nvPr/>
        </p:nvSpPr>
        <p:spPr>
          <a:xfrm>
            <a:off x="574704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03" name="Google Shape;126;g9c522aaa2e_0_10"/>
          <p:cNvSpPr/>
          <p:nvPr/>
        </p:nvSpPr>
        <p:spPr>
          <a:xfrm>
            <a:off x="645732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04" name="Google Shape;127;g9c522aaa2e_0_10"/>
          <p:cNvSpPr/>
          <p:nvPr/>
        </p:nvSpPr>
        <p:spPr>
          <a:xfrm>
            <a:off x="713988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05" name="Google Shape;128;g9c522aaa2e_0_10"/>
          <p:cNvSpPr/>
          <p:nvPr/>
        </p:nvSpPr>
        <p:spPr>
          <a:xfrm>
            <a:off x="366336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06" name="Google Shape;129;g9c522aaa2e_0_10"/>
          <p:cNvSpPr/>
          <p:nvPr/>
        </p:nvSpPr>
        <p:spPr>
          <a:xfrm>
            <a:off x="429192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07" name="Google Shape;130;g9c522aaa2e_0_10"/>
          <p:cNvSpPr/>
          <p:nvPr/>
        </p:nvSpPr>
        <p:spPr>
          <a:xfrm>
            <a:off x="503640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08" name="Google Shape;131;g9c522aaa2e_0_10"/>
          <p:cNvSpPr/>
          <p:nvPr/>
        </p:nvSpPr>
        <p:spPr>
          <a:xfrm>
            <a:off x="574704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09" name="Google Shape;132;g9c522aaa2e_0_10"/>
          <p:cNvSpPr/>
          <p:nvPr/>
        </p:nvSpPr>
        <p:spPr>
          <a:xfrm>
            <a:off x="645732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10" name="Google Shape;133;g9c522aaa2e_0_10"/>
          <p:cNvSpPr/>
          <p:nvPr/>
        </p:nvSpPr>
        <p:spPr>
          <a:xfrm>
            <a:off x="713988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11" name="Google Shape;134;g9c522aaa2e_0_10"/>
          <p:cNvSpPr/>
          <p:nvPr/>
        </p:nvSpPr>
        <p:spPr>
          <a:xfrm>
            <a:off x="788148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12" name="Google Shape;135;g9c522aaa2e_0_10"/>
          <p:cNvSpPr/>
          <p:nvPr/>
        </p:nvSpPr>
        <p:spPr>
          <a:xfrm>
            <a:off x="3651480" y="46926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13" name="Google Shape;136;g9c522aaa2e_0_10"/>
          <p:cNvSpPr/>
          <p:nvPr/>
        </p:nvSpPr>
        <p:spPr>
          <a:xfrm>
            <a:off x="5747040" y="46692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14" name="Google Shape;137;g9c522aaa2e_0_10"/>
          <p:cNvSpPr/>
          <p:nvPr/>
        </p:nvSpPr>
        <p:spPr>
          <a:xfrm>
            <a:off x="4291920" y="46692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15" name="Google Shape;138;g9c522aaa2e_0_10"/>
          <p:cNvSpPr/>
          <p:nvPr/>
        </p:nvSpPr>
        <p:spPr>
          <a:xfrm>
            <a:off x="5036400" y="46692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16" name="Google Shape;139;g9c522aaa2e_0_10"/>
          <p:cNvSpPr/>
          <p:nvPr/>
        </p:nvSpPr>
        <p:spPr>
          <a:xfrm>
            <a:off x="6457320" y="46926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17" name="Google Shape;140;g9c522aaa2e_0_10"/>
          <p:cNvSpPr/>
          <p:nvPr/>
        </p:nvSpPr>
        <p:spPr>
          <a:xfrm>
            <a:off x="7139880" y="46926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18" name="Google Shape;141;g9c522aaa2e_0_10"/>
          <p:cNvSpPr/>
          <p:nvPr/>
        </p:nvSpPr>
        <p:spPr>
          <a:xfrm>
            <a:off x="7912080" y="46926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19" name="Google Shape;142;g9c522aaa2e_0_10"/>
          <p:cNvSpPr/>
          <p:nvPr/>
        </p:nvSpPr>
        <p:spPr>
          <a:xfrm>
            <a:off x="365148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20" name="Google Shape;143;g9c522aaa2e_0_10"/>
          <p:cNvSpPr/>
          <p:nvPr/>
        </p:nvSpPr>
        <p:spPr>
          <a:xfrm>
            <a:off x="503640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21" name="Google Shape;144;g9c522aaa2e_0_10"/>
          <p:cNvSpPr/>
          <p:nvPr/>
        </p:nvSpPr>
        <p:spPr>
          <a:xfrm>
            <a:off x="7139880" y="51613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22" name="Google Shape;145;g9c522aaa2e_0_10"/>
          <p:cNvSpPr/>
          <p:nvPr/>
        </p:nvSpPr>
        <p:spPr>
          <a:xfrm>
            <a:off x="791208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23" name="Google Shape;146;g9c522aaa2e_0_10"/>
          <p:cNvSpPr/>
          <p:nvPr/>
        </p:nvSpPr>
        <p:spPr>
          <a:xfrm>
            <a:off x="645732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24" name="Google Shape;147;g9c522aaa2e_0_10"/>
          <p:cNvSpPr/>
          <p:nvPr/>
        </p:nvSpPr>
        <p:spPr>
          <a:xfrm>
            <a:off x="574704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25" name="Google Shape;148;g9c522aaa2e_0_10"/>
          <p:cNvSpPr/>
          <p:nvPr/>
        </p:nvSpPr>
        <p:spPr>
          <a:xfrm>
            <a:off x="429192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26" name="Google Shape;149;g9c522aaa2e_0_10"/>
          <p:cNvSpPr/>
          <p:nvPr/>
        </p:nvSpPr>
        <p:spPr>
          <a:xfrm>
            <a:off x="2310480" y="5629320"/>
            <a:ext cx="12229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300" spc="-1" strike="noStrike">
                <a:solidFill>
                  <a:srgbClr val="ffffff"/>
                </a:solidFill>
                <a:latin typeface="Calibri"/>
                <a:ea typeface="Calibri"/>
              </a:rPr>
              <a:t>% ACIERTOS</a:t>
            </a:r>
            <a:endParaRPr b="0" lang="es-ES" sz="1300" spc="-1" strike="noStrike">
              <a:solidFill>
                <a:srgbClr val="ffffff"/>
              </a:solidFill>
              <a:latin typeface="Arial"/>
            </a:endParaRPr>
          </a:p>
        </p:txBody>
      </p:sp>
      <p:sp>
        <p:nvSpPr>
          <p:cNvPr id="127" name="Google Shape;150;g9c522aaa2e_0_10"/>
          <p:cNvSpPr/>
          <p:nvPr/>
        </p:nvSpPr>
        <p:spPr>
          <a:xfrm>
            <a:off x="3535560" y="55958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40%</a:t>
            </a:r>
            <a:endParaRPr b="0" lang="es-ES" sz="1600" spc="-1" strike="noStrike">
              <a:solidFill>
                <a:srgbClr val="ffffff"/>
              </a:solidFill>
              <a:latin typeface="Arial"/>
            </a:endParaRPr>
          </a:p>
        </p:txBody>
      </p:sp>
      <p:sp>
        <p:nvSpPr>
          <p:cNvPr id="128" name="Google Shape;151;g9c522aaa2e_0_10"/>
          <p:cNvSpPr/>
          <p:nvPr/>
        </p:nvSpPr>
        <p:spPr>
          <a:xfrm>
            <a:off x="4176000" y="55958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40%</a:t>
            </a:r>
            <a:endParaRPr b="0" lang="es-ES" sz="1600" spc="-1" strike="noStrike">
              <a:solidFill>
                <a:srgbClr val="ffffff"/>
              </a:solidFill>
              <a:latin typeface="Arial"/>
            </a:endParaRPr>
          </a:p>
        </p:txBody>
      </p:sp>
      <p:sp>
        <p:nvSpPr>
          <p:cNvPr id="129" name="Google Shape;152;g9c522aaa2e_0_10"/>
          <p:cNvSpPr/>
          <p:nvPr/>
        </p:nvSpPr>
        <p:spPr>
          <a:xfrm>
            <a:off x="4890240" y="55958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60%</a:t>
            </a:r>
            <a:endParaRPr b="0" lang="es-ES" sz="1600" spc="-1" strike="noStrike">
              <a:solidFill>
                <a:srgbClr val="ffffff"/>
              </a:solidFill>
              <a:latin typeface="Arial"/>
            </a:endParaRPr>
          </a:p>
        </p:txBody>
      </p:sp>
      <p:sp>
        <p:nvSpPr>
          <p:cNvPr id="130" name="Google Shape;153;g9c522aaa2e_0_10"/>
          <p:cNvSpPr/>
          <p:nvPr/>
        </p:nvSpPr>
        <p:spPr>
          <a:xfrm>
            <a:off x="5631120" y="55958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40%</a:t>
            </a:r>
            <a:endParaRPr b="0" lang="es-ES" sz="1600" spc="-1" strike="noStrike">
              <a:solidFill>
                <a:srgbClr val="ffffff"/>
              </a:solidFill>
              <a:latin typeface="Arial"/>
            </a:endParaRPr>
          </a:p>
        </p:txBody>
      </p:sp>
      <p:sp>
        <p:nvSpPr>
          <p:cNvPr id="131" name="Google Shape;154;g9c522aaa2e_0_10"/>
          <p:cNvSpPr/>
          <p:nvPr/>
        </p:nvSpPr>
        <p:spPr>
          <a:xfrm>
            <a:off x="6341400" y="55958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60%</a:t>
            </a:r>
            <a:endParaRPr b="0" lang="es-ES" sz="1600" spc="-1" strike="noStrike">
              <a:solidFill>
                <a:srgbClr val="ffffff"/>
              </a:solidFill>
              <a:latin typeface="Arial"/>
            </a:endParaRPr>
          </a:p>
        </p:txBody>
      </p:sp>
      <p:sp>
        <p:nvSpPr>
          <p:cNvPr id="132" name="Google Shape;155;g9c522aaa2e_0_10"/>
          <p:cNvSpPr/>
          <p:nvPr/>
        </p:nvSpPr>
        <p:spPr>
          <a:xfrm>
            <a:off x="7085880" y="55832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60%</a:t>
            </a:r>
            <a:endParaRPr b="0" lang="es-ES" sz="1600" spc="-1" strike="noStrike">
              <a:solidFill>
                <a:srgbClr val="ffffff"/>
              </a:solidFill>
              <a:latin typeface="Arial"/>
            </a:endParaRPr>
          </a:p>
        </p:txBody>
      </p:sp>
      <p:sp>
        <p:nvSpPr>
          <p:cNvPr id="133" name="Google Shape;156;g9c522aaa2e_0_10"/>
          <p:cNvSpPr/>
          <p:nvPr/>
        </p:nvSpPr>
        <p:spPr>
          <a:xfrm>
            <a:off x="7762320" y="5595840"/>
            <a:ext cx="60084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chemeClr val="lt1"/>
                </a:solidFill>
                <a:latin typeface="Calibri"/>
                <a:ea typeface="Calibri"/>
              </a:rPr>
              <a:t>40%</a:t>
            </a:r>
            <a:endParaRPr b="0" lang="es-ES" sz="1600" spc="-1" strike="noStrike">
              <a:solidFill>
                <a:srgbClr val="ffffff"/>
              </a:solidFill>
              <a:latin typeface="Arial"/>
            </a:endParaRPr>
          </a:p>
        </p:txBody>
      </p:sp>
      <p:sp>
        <p:nvSpPr>
          <p:cNvPr id="134" name="Google Shape;157;g9c522aaa2e_0_10"/>
          <p:cNvSpPr/>
          <p:nvPr/>
        </p:nvSpPr>
        <p:spPr>
          <a:xfrm>
            <a:off x="8392680" y="2931840"/>
            <a:ext cx="972720" cy="30744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300" spc="-1" strike="noStrike">
                <a:solidFill>
                  <a:srgbClr val="ffffff"/>
                </a:solidFill>
                <a:latin typeface="Calibri"/>
                <a:ea typeface="Calibri"/>
              </a:rPr>
              <a:t>VOTACIÓN</a:t>
            </a:r>
            <a:endParaRPr b="0" lang="es-ES" sz="1300" spc="-1" strike="noStrike">
              <a:solidFill>
                <a:srgbClr val="ffffff"/>
              </a:solidFill>
              <a:latin typeface="Arial"/>
            </a:endParaRPr>
          </a:p>
        </p:txBody>
      </p:sp>
      <p:sp>
        <p:nvSpPr>
          <p:cNvPr id="135" name="Google Shape;158;g9c522aaa2e_0_10"/>
          <p:cNvSpPr/>
          <p:nvPr/>
        </p:nvSpPr>
        <p:spPr>
          <a:xfrm>
            <a:off x="8616960" y="33840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36" name="Google Shape;159;g9c522aaa2e_0_10"/>
          <p:cNvSpPr/>
          <p:nvPr/>
        </p:nvSpPr>
        <p:spPr>
          <a:xfrm>
            <a:off x="8616960" y="3796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37" name="Google Shape;160;g9c522aaa2e_0_10"/>
          <p:cNvSpPr/>
          <p:nvPr/>
        </p:nvSpPr>
        <p:spPr>
          <a:xfrm>
            <a:off x="8646480" y="468360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38" name="Google Shape;161;g9c522aaa2e_0_10"/>
          <p:cNvSpPr/>
          <p:nvPr/>
        </p:nvSpPr>
        <p:spPr>
          <a:xfrm>
            <a:off x="8646480" y="513792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93c47d"/>
                </a:solidFill>
                <a:latin typeface="Calibri"/>
                <a:ea typeface="Calibri"/>
              </a:rPr>
              <a:t>1</a:t>
            </a:r>
            <a:endParaRPr b="0" lang="es-ES" sz="1600" spc="-1" strike="noStrike">
              <a:solidFill>
                <a:srgbClr val="ffffff"/>
              </a:solidFill>
              <a:latin typeface="Arial"/>
            </a:endParaRPr>
          </a:p>
        </p:txBody>
      </p:sp>
      <p:sp>
        <p:nvSpPr>
          <p:cNvPr id="139" name="Google Shape;162;g9c522aaa2e_0_10"/>
          <p:cNvSpPr/>
          <p:nvPr/>
        </p:nvSpPr>
        <p:spPr>
          <a:xfrm>
            <a:off x="8622720" y="4238280"/>
            <a:ext cx="37872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600" spc="-1" strike="noStrike">
                <a:solidFill>
                  <a:srgbClr val="cc4125"/>
                </a:solidFill>
                <a:latin typeface="Calibri"/>
                <a:ea typeface="Calibri"/>
              </a:rPr>
              <a:t>0</a:t>
            </a:r>
            <a:endParaRPr b="0" lang="es-ES" sz="1600" spc="-1" strike="noStrike">
              <a:solidFill>
                <a:srgbClr val="ffffff"/>
              </a:solidFill>
              <a:latin typeface="Arial"/>
            </a:endParaRPr>
          </a:p>
        </p:txBody>
      </p:sp>
      <p:sp>
        <p:nvSpPr>
          <p:cNvPr id="140" name="Google Shape;163;g9c522aaa2e_0_10"/>
          <p:cNvSpPr/>
          <p:nvPr/>
        </p:nvSpPr>
        <p:spPr>
          <a:xfrm>
            <a:off x="8439120" y="5583240"/>
            <a:ext cx="799200" cy="369000"/>
          </a:xfrm>
          <a:prstGeom prst="rect">
            <a:avLst/>
          </a:prstGeom>
          <a:noFill/>
          <a:ln w="0">
            <a:noFill/>
          </a:ln>
        </p:spPr>
        <p:style>
          <a:lnRef idx="0"/>
          <a:fillRef idx="0"/>
          <a:effectRef idx="0"/>
          <a:fontRef idx="minor"/>
        </p:style>
        <p:txBody>
          <a:bodyPr anchor="t">
            <a:noAutofit/>
          </a:bodyPr>
          <a:p>
            <a:pPr algn="ctr">
              <a:lnSpc>
                <a:spcPct val="100000"/>
              </a:lnSpc>
              <a:tabLst>
                <a:tab algn="l" pos="0"/>
              </a:tabLst>
            </a:pPr>
            <a:r>
              <a:rPr b="1" lang="en-GB" sz="1900" spc="-1" strike="noStrike">
                <a:solidFill>
                  <a:srgbClr val="ffff00"/>
                </a:solidFill>
                <a:latin typeface="Calibri"/>
                <a:ea typeface="Calibri"/>
              </a:rPr>
              <a:t>80%</a:t>
            </a:r>
            <a:endParaRPr b="0" lang="es-ES" sz="1900" spc="-1" strike="noStrike">
              <a:solidFill>
                <a:srgbClr val="ffffff"/>
              </a:solidFill>
              <a:latin typeface="Arial"/>
            </a:endParaRPr>
          </a:p>
        </p:txBody>
      </p:sp>
      <p:sp>
        <p:nvSpPr>
          <p:cNvPr id="141" name="Google Shape;164;g9c522aaa2e_0_10"/>
          <p:cNvSpPr/>
          <p:nvPr/>
        </p:nvSpPr>
        <p:spPr>
          <a:xfrm>
            <a:off x="684360" y="1653480"/>
            <a:ext cx="10307160" cy="8755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700" spc="-1" strike="noStrike">
                <a:solidFill>
                  <a:schemeClr val="lt1"/>
                </a:solidFill>
                <a:latin typeface="Calibri"/>
                <a:ea typeface="Calibri"/>
              </a:rPr>
              <a:t>En un concurso de la tele tenemos varios participantes. Se trata de acertar preguntas. Cuantas más aciertes, más dinero ganas. Veamos cómo lo hacen los participantes:</a:t>
            </a:r>
            <a:endParaRPr b="0" lang="es-ES" sz="1700" spc="-1" strike="noStrike">
              <a:solidFill>
                <a:srgbClr val="ffffff"/>
              </a:solidFill>
              <a:latin typeface="Arial"/>
            </a:endParaRPr>
          </a:p>
        </p:txBody>
      </p:sp>
      <p:sp>
        <p:nvSpPr>
          <p:cNvPr id="142" name="Google Shape;165;g9c522aaa2e_0_10"/>
          <p:cNvSpPr/>
          <p:nvPr/>
        </p:nvSpPr>
        <p:spPr>
          <a:xfrm>
            <a:off x="684360" y="6090120"/>
            <a:ext cx="10307160" cy="67608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n-GB" sz="1400" spc="-1" strike="noStrike">
                <a:solidFill>
                  <a:schemeClr val="lt1"/>
                </a:solidFill>
                <a:latin typeface="Calibri"/>
                <a:ea typeface="Calibri"/>
              </a:rPr>
              <a:t>¿Resultado? 7 concursantes trabajan mejor en equipo que de manera individual.</a:t>
            </a:r>
            <a:endParaRPr b="0" lang="es-ES" sz="1400" spc="-1" strike="noStrike">
              <a:solidFill>
                <a:srgbClr val="ffffff"/>
              </a:solidFill>
              <a:latin typeface="Arial"/>
            </a:endParaRPr>
          </a:p>
          <a:p>
            <a:pPr algn="ctr">
              <a:lnSpc>
                <a:spcPct val="100000"/>
              </a:lnSpc>
              <a:tabLst>
                <a:tab algn="l" pos="0"/>
              </a:tabLst>
            </a:pPr>
            <a:r>
              <a:rPr b="0" lang="en-GB" sz="1400" spc="-1" strike="noStrike">
                <a:solidFill>
                  <a:schemeClr val="lt1"/>
                </a:solidFill>
                <a:latin typeface="Calibri"/>
                <a:ea typeface="Calibri"/>
              </a:rPr>
              <a:t>Este mismo comportamiento lo podemos extrapolar a los ensemblings</a:t>
            </a:r>
            <a:endParaRPr b="0" lang="es-ES" sz="14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77"/>
                                        </p:tgtEl>
                                        <p:attrNameLst>
                                          <p:attrName>style.visibility</p:attrName>
                                        </p:attrNameLst>
                                      </p:cBhvr>
                                      <p:to>
                                        <p:strVal val="visible"/>
                                      </p:to>
                                    </p:set>
                                    <p:animEffect filter="fade" transition="in">
                                      <p:cBhvr additive="repl">
                                        <p:cTn id="7" dur="1000"/>
                                        <p:tgtEl>
                                          <p:spTgt spid="77"/>
                                        </p:tgtEl>
                                      </p:cBhvr>
                                    </p:animEffect>
                                  </p:childTnLst>
                                </p:cTn>
                              </p:par>
                              <p:par>
                                <p:cTn id="8" nodeType="withEffect" fill="hold" presetClass="entr" presetID="10">
                                  <p:stCondLst>
                                    <p:cond delay="0"/>
                                  </p:stCondLst>
                                  <p:childTnLst>
                                    <p:set>
                                      <p:cBhvr>
                                        <p:cTn id="9" dur="1" fill="hold">
                                          <p:stCondLst>
                                            <p:cond delay="0"/>
                                          </p:stCondLst>
                                        </p:cTn>
                                        <p:tgtEl>
                                          <p:spTgt spid="78"/>
                                        </p:tgtEl>
                                        <p:attrNameLst>
                                          <p:attrName>style.visibility</p:attrName>
                                        </p:attrNameLst>
                                      </p:cBhvr>
                                      <p:to>
                                        <p:strVal val="visible"/>
                                      </p:to>
                                    </p:set>
                                    <p:animEffect filter="fade" transition="in">
                                      <p:cBhvr additive="repl">
                                        <p:cTn id="10" dur="1000"/>
                                        <p:tgtEl>
                                          <p:spTgt spid="78"/>
                                        </p:tgtEl>
                                      </p:cBhvr>
                                    </p:animEffect>
                                  </p:childTnLst>
                                </p:cTn>
                              </p:par>
                              <p:par>
                                <p:cTn id="11" nodeType="withEffect" fill="hold" presetClass="entr" presetID="10">
                                  <p:stCondLst>
                                    <p:cond delay="0"/>
                                  </p:stCondLst>
                                  <p:childTnLst>
                                    <p:set>
                                      <p:cBhvr>
                                        <p:cTn id="12" dur="1" fill="hold">
                                          <p:stCondLst>
                                            <p:cond delay="0"/>
                                          </p:stCondLst>
                                        </p:cTn>
                                        <p:tgtEl>
                                          <p:spTgt spid="80"/>
                                        </p:tgtEl>
                                        <p:attrNameLst>
                                          <p:attrName>style.visibility</p:attrName>
                                        </p:attrNameLst>
                                      </p:cBhvr>
                                      <p:to>
                                        <p:strVal val="visible"/>
                                      </p:to>
                                    </p:set>
                                    <p:animEffect filter="fade" transition="in">
                                      <p:cBhvr additive="repl">
                                        <p:cTn id="13" dur="1000"/>
                                        <p:tgtEl>
                                          <p:spTgt spid="80"/>
                                        </p:tgtEl>
                                      </p:cBhvr>
                                    </p:animEffect>
                                  </p:childTnLst>
                                </p:cTn>
                              </p:par>
                              <p:par>
                                <p:cTn id="14" nodeType="withEffect" fill="hold" presetClass="entr" presetID="10">
                                  <p:stCondLst>
                                    <p:cond delay="0"/>
                                  </p:stCondLst>
                                  <p:childTnLst>
                                    <p:set>
                                      <p:cBhvr>
                                        <p:cTn id="15" dur="1" fill="hold">
                                          <p:stCondLst>
                                            <p:cond delay="0"/>
                                          </p:stCondLst>
                                        </p:cTn>
                                        <p:tgtEl>
                                          <p:spTgt spid="81"/>
                                        </p:tgtEl>
                                        <p:attrNameLst>
                                          <p:attrName>style.visibility</p:attrName>
                                        </p:attrNameLst>
                                      </p:cBhvr>
                                      <p:to>
                                        <p:strVal val="visible"/>
                                      </p:to>
                                    </p:set>
                                    <p:animEffect filter="fade" transition="in">
                                      <p:cBhvr additive="repl">
                                        <p:cTn id="16" dur="1000"/>
                                        <p:tgtEl>
                                          <p:spTgt spid="81"/>
                                        </p:tgtEl>
                                      </p:cBhvr>
                                    </p:animEffect>
                                  </p:childTnLst>
                                </p:cTn>
                              </p:par>
                              <p:par>
                                <p:cTn id="17" nodeType="withEffect" fill="hold" presetClass="entr" presetID="10">
                                  <p:stCondLst>
                                    <p:cond delay="0"/>
                                  </p:stCondLst>
                                  <p:childTnLst>
                                    <p:set>
                                      <p:cBhvr>
                                        <p:cTn id="18" dur="1" fill="hold">
                                          <p:stCondLst>
                                            <p:cond delay="0"/>
                                          </p:stCondLst>
                                        </p:cTn>
                                        <p:tgtEl>
                                          <p:spTgt spid="82"/>
                                        </p:tgtEl>
                                        <p:attrNameLst>
                                          <p:attrName>style.visibility</p:attrName>
                                        </p:attrNameLst>
                                      </p:cBhvr>
                                      <p:to>
                                        <p:strVal val="visible"/>
                                      </p:to>
                                    </p:set>
                                    <p:animEffect filter="fade" transition="in">
                                      <p:cBhvr additive="repl">
                                        <p:cTn id="19" dur="1000"/>
                                        <p:tgtEl>
                                          <p:spTgt spid="82"/>
                                        </p:tgtEl>
                                      </p:cBhvr>
                                    </p:animEffect>
                                  </p:childTnLst>
                                </p:cTn>
                              </p:par>
                              <p:par>
                                <p:cTn id="20" nodeType="withEffect" fill="hold" presetClass="entr" presetID="10">
                                  <p:stCondLst>
                                    <p:cond delay="0"/>
                                  </p:stCondLst>
                                  <p:childTnLst>
                                    <p:set>
                                      <p:cBhvr>
                                        <p:cTn id="21" dur="1" fill="hold">
                                          <p:stCondLst>
                                            <p:cond delay="0"/>
                                          </p:stCondLst>
                                        </p:cTn>
                                        <p:tgtEl>
                                          <p:spTgt spid="83"/>
                                        </p:tgtEl>
                                        <p:attrNameLst>
                                          <p:attrName>style.visibility</p:attrName>
                                        </p:attrNameLst>
                                      </p:cBhvr>
                                      <p:to>
                                        <p:strVal val="visible"/>
                                      </p:to>
                                    </p:set>
                                    <p:animEffect filter="fade" transition="in">
                                      <p:cBhvr additive="repl">
                                        <p:cTn id="22" dur="1000"/>
                                        <p:tgtEl>
                                          <p:spTgt spid="83"/>
                                        </p:tgtEl>
                                      </p:cBhvr>
                                    </p:animEffect>
                                  </p:childTnLst>
                                </p:cTn>
                              </p:par>
                              <p:par>
                                <p:cTn id="23" nodeType="withEffect" fill="hold" presetClass="entr" presetID="10">
                                  <p:stCondLst>
                                    <p:cond delay="0"/>
                                  </p:stCondLst>
                                  <p:childTnLst>
                                    <p:set>
                                      <p:cBhvr>
                                        <p:cTn id="24" dur="1" fill="hold">
                                          <p:stCondLst>
                                            <p:cond delay="0"/>
                                          </p:stCondLst>
                                        </p:cTn>
                                        <p:tgtEl>
                                          <p:spTgt spid="85"/>
                                        </p:tgtEl>
                                        <p:attrNameLst>
                                          <p:attrName>style.visibility</p:attrName>
                                        </p:attrNameLst>
                                      </p:cBhvr>
                                      <p:to>
                                        <p:strVal val="visible"/>
                                      </p:to>
                                    </p:set>
                                    <p:animEffect filter="fade" transition="in">
                                      <p:cBhvr additive="repl">
                                        <p:cTn id="25" dur="1000"/>
                                        <p:tgtEl>
                                          <p:spTgt spid="85"/>
                                        </p:tgtEl>
                                      </p:cBhvr>
                                    </p:animEffect>
                                  </p:childTnLst>
                                </p:cTn>
                              </p:par>
                              <p:par>
                                <p:cTn id="26" nodeType="withEffect" fill="hold" presetClass="entr" presetID="10">
                                  <p:stCondLst>
                                    <p:cond delay="0"/>
                                  </p:stCondLst>
                                  <p:childTnLst>
                                    <p:set>
                                      <p:cBhvr>
                                        <p:cTn id="27" dur="1" fill="hold">
                                          <p:stCondLst>
                                            <p:cond delay="0"/>
                                          </p:stCondLst>
                                        </p:cTn>
                                        <p:tgtEl>
                                          <p:spTgt spid="86"/>
                                        </p:tgtEl>
                                        <p:attrNameLst>
                                          <p:attrName>style.visibility</p:attrName>
                                        </p:attrNameLst>
                                      </p:cBhvr>
                                      <p:to>
                                        <p:strVal val="visible"/>
                                      </p:to>
                                    </p:set>
                                    <p:animEffect filter="fade" transition="in">
                                      <p:cBhvr additive="repl">
                                        <p:cTn id="28" dur="1000"/>
                                        <p:tgtEl>
                                          <p:spTgt spid="86"/>
                                        </p:tgtEl>
                                      </p:cBhvr>
                                    </p:animEffect>
                                  </p:childTnLst>
                                </p:cTn>
                              </p:par>
                              <p:par>
                                <p:cTn id="29" nodeType="withEffect" fill="hold" presetClass="entr" presetID="10">
                                  <p:stCondLst>
                                    <p:cond delay="0"/>
                                  </p:stCondLst>
                                  <p:childTnLst>
                                    <p:set>
                                      <p:cBhvr>
                                        <p:cTn id="30" dur="1" fill="hold">
                                          <p:stCondLst>
                                            <p:cond delay="0"/>
                                          </p:stCondLst>
                                        </p:cTn>
                                        <p:tgtEl>
                                          <p:spTgt spid="87"/>
                                        </p:tgtEl>
                                        <p:attrNameLst>
                                          <p:attrName>style.visibility</p:attrName>
                                        </p:attrNameLst>
                                      </p:cBhvr>
                                      <p:to>
                                        <p:strVal val="visible"/>
                                      </p:to>
                                    </p:set>
                                    <p:animEffect filter="fade" transition="in">
                                      <p:cBhvr additive="repl">
                                        <p:cTn id="31" dur="1000"/>
                                        <p:tgtEl>
                                          <p:spTgt spid="87"/>
                                        </p:tgtEl>
                                      </p:cBhvr>
                                    </p:animEffect>
                                  </p:childTnLst>
                                </p:cTn>
                              </p:par>
                              <p:par>
                                <p:cTn id="32" nodeType="withEffect" fill="hold" presetClass="entr" presetID="10">
                                  <p:stCondLst>
                                    <p:cond delay="0"/>
                                  </p:stCondLst>
                                  <p:childTnLst>
                                    <p:set>
                                      <p:cBhvr>
                                        <p:cTn id="33" dur="1" fill="hold">
                                          <p:stCondLst>
                                            <p:cond delay="0"/>
                                          </p:stCondLst>
                                        </p:cTn>
                                        <p:tgtEl>
                                          <p:spTgt spid="90"/>
                                        </p:tgtEl>
                                        <p:attrNameLst>
                                          <p:attrName>style.visibility</p:attrName>
                                        </p:attrNameLst>
                                      </p:cBhvr>
                                      <p:to>
                                        <p:strVal val="visible"/>
                                      </p:to>
                                    </p:set>
                                    <p:animEffect filter="fade" transition="in">
                                      <p:cBhvr additive="repl">
                                        <p:cTn id="34" dur="1000"/>
                                        <p:tgtEl>
                                          <p:spTgt spid="90"/>
                                        </p:tgtEl>
                                      </p:cBhvr>
                                    </p:animEffect>
                                  </p:childTnLst>
                                </p:cTn>
                              </p:par>
                              <p:par>
                                <p:cTn id="35" nodeType="withEffect" fill="hold" presetClass="entr" presetID="10">
                                  <p:stCondLst>
                                    <p:cond delay="0"/>
                                  </p:stCondLst>
                                  <p:childTnLst>
                                    <p:set>
                                      <p:cBhvr>
                                        <p:cTn id="36" dur="1" fill="hold">
                                          <p:stCondLst>
                                            <p:cond delay="0"/>
                                          </p:stCondLst>
                                        </p:cTn>
                                        <p:tgtEl>
                                          <p:spTgt spid="89"/>
                                        </p:tgtEl>
                                        <p:attrNameLst>
                                          <p:attrName>style.visibility</p:attrName>
                                        </p:attrNameLst>
                                      </p:cBhvr>
                                      <p:to>
                                        <p:strVal val="visible"/>
                                      </p:to>
                                    </p:set>
                                    <p:animEffect filter="fade" transition="in">
                                      <p:cBhvr additive="repl">
                                        <p:cTn id="37" dur="1000"/>
                                        <p:tgtEl>
                                          <p:spTgt spid="89"/>
                                        </p:tgtEl>
                                      </p:cBhvr>
                                    </p:animEffect>
                                  </p:childTnLst>
                                </p:cTn>
                              </p:par>
                            </p:childTnLst>
                          </p:cTn>
                        </p:par>
                      </p:childTnLst>
                    </p:cTn>
                  </p:par>
                  <p:par>
                    <p:cTn id="38" fill="hold">
                      <p:stCondLst>
                        <p:cond delay="indefinite"/>
                      </p:stCondLst>
                      <p:childTnLst>
                        <p:par>
                          <p:cTn id="39" fill="hold">
                            <p:stCondLst>
                              <p:cond delay="0"/>
                            </p:stCondLst>
                            <p:childTnLst>
                              <p:par>
                                <p:cTn id="40" nodeType="clickEffect" fill="hold" presetClass="entr" presetID="10">
                                  <p:stCondLst>
                                    <p:cond delay="0"/>
                                  </p:stCondLst>
                                  <p:childTnLst>
                                    <p:set>
                                      <p:cBhvr>
                                        <p:cTn id="41" dur="1" fill="hold">
                                          <p:stCondLst>
                                            <p:cond delay="0"/>
                                          </p:stCondLst>
                                        </p:cTn>
                                        <p:tgtEl>
                                          <p:spTgt spid="73"/>
                                        </p:tgtEl>
                                        <p:attrNameLst>
                                          <p:attrName>style.visibility</p:attrName>
                                        </p:attrNameLst>
                                      </p:cBhvr>
                                      <p:to>
                                        <p:strVal val="visible"/>
                                      </p:to>
                                    </p:set>
                                    <p:animEffect filter="fade" transition="in">
                                      <p:cBhvr additive="repl">
                                        <p:cTn id="42" dur="1000"/>
                                        <p:tgtEl>
                                          <p:spTgt spid="73"/>
                                        </p:tgtEl>
                                      </p:cBhvr>
                                    </p:animEffec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0">
                                  <p:stCondLst>
                                    <p:cond delay="0"/>
                                  </p:stCondLst>
                                  <p:childTnLst>
                                    <p:set>
                                      <p:cBhvr>
                                        <p:cTn id="46" dur="1" fill="hold">
                                          <p:stCondLst>
                                            <p:cond delay="0"/>
                                          </p:stCondLst>
                                        </p:cTn>
                                        <p:tgtEl>
                                          <p:spTgt spid="79"/>
                                        </p:tgtEl>
                                        <p:attrNameLst>
                                          <p:attrName>style.visibility</p:attrName>
                                        </p:attrNameLst>
                                      </p:cBhvr>
                                      <p:to>
                                        <p:strVal val="visible"/>
                                      </p:to>
                                    </p:set>
                                    <p:animEffect filter="fade" transition="in">
                                      <p:cBhvr additive="repl">
                                        <p:cTn id="47" dur="10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nodeType="clickEffect" fill="hold" presetClass="entr" presetID="10">
                                  <p:stCondLst>
                                    <p:cond delay="0"/>
                                  </p:stCondLst>
                                  <p:childTnLst>
                                    <p:set>
                                      <p:cBhvr>
                                        <p:cTn id="51" dur="1" fill="hold">
                                          <p:stCondLst>
                                            <p:cond delay="0"/>
                                          </p:stCondLst>
                                        </p:cTn>
                                        <p:tgtEl>
                                          <p:spTgt spid="98"/>
                                        </p:tgtEl>
                                        <p:attrNameLst>
                                          <p:attrName>style.visibility</p:attrName>
                                        </p:attrNameLst>
                                      </p:cBhvr>
                                      <p:to>
                                        <p:strVal val="visible"/>
                                      </p:to>
                                    </p:set>
                                    <p:animEffect filter="fade" transition="in">
                                      <p:cBhvr additive="repl">
                                        <p:cTn id="52" dur="1000"/>
                                        <p:tgtEl>
                                          <p:spTgt spid="98"/>
                                        </p:tgtEl>
                                      </p:cBhvr>
                                    </p:animEffec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0">
                                  <p:stCondLst>
                                    <p:cond delay="0"/>
                                  </p:stCondLst>
                                  <p:childTnLst>
                                    <p:set>
                                      <p:cBhvr>
                                        <p:cTn id="56" dur="1" fill="hold">
                                          <p:stCondLst>
                                            <p:cond delay="0"/>
                                          </p:stCondLst>
                                        </p:cTn>
                                        <p:tgtEl>
                                          <p:spTgt spid="105"/>
                                        </p:tgtEl>
                                        <p:attrNameLst>
                                          <p:attrName>style.visibility</p:attrName>
                                        </p:attrNameLst>
                                      </p:cBhvr>
                                      <p:to>
                                        <p:strVal val="visible"/>
                                      </p:to>
                                    </p:set>
                                    <p:animEffect filter="fade" transition="in">
                                      <p:cBhvr additive="repl">
                                        <p:cTn id="57" dur="1000"/>
                                        <p:tgtEl>
                                          <p:spTgt spid="105"/>
                                        </p:tgtEl>
                                      </p:cBhvr>
                                    </p:animEffect>
                                  </p:childTnLst>
                                </p:cTn>
                              </p:par>
                            </p:childTnLst>
                          </p:cTn>
                        </p:par>
                      </p:childTnLst>
                    </p:cTn>
                  </p:par>
                  <p:par>
                    <p:cTn id="58" fill="hold">
                      <p:stCondLst>
                        <p:cond delay="indefinite"/>
                      </p:stCondLst>
                      <p:childTnLst>
                        <p:par>
                          <p:cTn id="59" fill="hold">
                            <p:stCondLst>
                              <p:cond delay="0"/>
                            </p:stCondLst>
                            <p:childTnLst>
                              <p:par>
                                <p:cTn id="60" nodeType="clickEffect" fill="hold" presetClass="entr" presetID="10">
                                  <p:stCondLst>
                                    <p:cond delay="0"/>
                                  </p:stCondLst>
                                  <p:childTnLst>
                                    <p:set>
                                      <p:cBhvr>
                                        <p:cTn id="61" dur="1" fill="hold">
                                          <p:stCondLst>
                                            <p:cond delay="0"/>
                                          </p:stCondLst>
                                        </p:cTn>
                                        <p:tgtEl>
                                          <p:spTgt spid="112"/>
                                        </p:tgtEl>
                                        <p:attrNameLst>
                                          <p:attrName>style.visibility</p:attrName>
                                        </p:attrNameLst>
                                      </p:cBhvr>
                                      <p:to>
                                        <p:strVal val="visible"/>
                                      </p:to>
                                    </p:set>
                                    <p:animEffect filter="fade" transition="in">
                                      <p:cBhvr additive="repl">
                                        <p:cTn id="62" dur="1000"/>
                                        <p:tgtEl>
                                          <p:spTgt spid="112"/>
                                        </p:tgtEl>
                                      </p:cBhvr>
                                    </p:animEffec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10">
                                  <p:stCondLst>
                                    <p:cond delay="0"/>
                                  </p:stCondLst>
                                  <p:childTnLst>
                                    <p:set>
                                      <p:cBhvr>
                                        <p:cTn id="66" dur="1" fill="hold">
                                          <p:stCondLst>
                                            <p:cond delay="0"/>
                                          </p:stCondLst>
                                        </p:cTn>
                                        <p:tgtEl>
                                          <p:spTgt spid="119"/>
                                        </p:tgtEl>
                                        <p:attrNameLst>
                                          <p:attrName>style.visibility</p:attrName>
                                        </p:attrNameLst>
                                      </p:cBhvr>
                                      <p:to>
                                        <p:strVal val="visible"/>
                                      </p:to>
                                    </p:set>
                                    <p:animEffect filter="fade" transition="in">
                                      <p:cBhvr additive="repl">
                                        <p:cTn id="67" dur="1000"/>
                                        <p:tgtEl>
                                          <p:spTgt spid="119"/>
                                        </p:tgtEl>
                                      </p:cBhvr>
                                    </p:animEffect>
                                  </p:childTnLst>
                                </p:cTn>
                              </p:par>
                            </p:childTnLst>
                          </p:cTn>
                        </p:par>
                      </p:childTnLst>
                    </p:cTn>
                  </p:par>
                  <p:par>
                    <p:cTn id="68" fill="hold">
                      <p:stCondLst>
                        <p:cond delay="indefinite"/>
                      </p:stCondLst>
                      <p:childTnLst>
                        <p:par>
                          <p:cTn id="69" fill="hold">
                            <p:stCondLst>
                              <p:cond delay="0"/>
                            </p:stCondLst>
                            <p:childTnLst>
                              <p:par>
                                <p:cTn id="70" nodeType="clickEffect" fill="hold" presetClass="entr" presetID="10">
                                  <p:stCondLst>
                                    <p:cond delay="0"/>
                                  </p:stCondLst>
                                  <p:childTnLst>
                                    <p:set>
                                      <p:cBhvr>
                                        <p:cTn id="71" dur="1" fill="hold">
                                          <p:stCondLst>
                                            <p:cond delay="0"/>
                                          </p:stCondLst>
                                        </p:cTn>
                                        <p:tgtEl>
                                          <p:spTgt spid="126"/>
                                        </p:tgtEl>
                                        <p:attrNameLst>
                                          <p:attrName>style.visibility</p:attrName>
                                        </p:attrNameLst>
                                      </p:cBhvr>
                                      <p:to>
                                        <p:strVal val="visible"/>
                                      </p:to>
                                    </p:set>
                                    <p:animEffect filter="fade" transition="in">
                                      <p:cBhvr additive="repl">
                                        <p:cTn id="72" dur="1000"/>
                                        <p:tgtEl>
                                          <p:spTgt spid="126"/>
                                        </p:tgtEl>
                                      </p:cBhvr>
                                    </p:animEffec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0">
                                  <p:stCondLst>
                                    <p:cond delay="0"/>
                                  </p:stCondLst>
                                  <p:childTnLst>
                                    <p:set>
                                      <p:cBhvr>
                                        <p:cTn id="76" dur="1" fill="hold">
                                          <p:stCondLst>
                                            <p:cond delay="0"/>
                                          </p:stCondLst>
                                        </p:cTn>
                                        <p:tgtEl>
                                          <p:spTgt spid="127"/>
                                        </p:tgtEl>
                                        <p:attrNameLst>
                                          <p:attrName>style.visibility</p:attrName>
                                        </p:attrNameLst>
                                      </p:cBhvr>
                                      <p:to>
                                        <p:strVal val="visible"/>
                                      </p:to>
                                    </p:set>
                                    <p:animEffect filter="fade" transition="in">
                                      <p:cBhvr additive="repl">
                                        <p:cTn id="77" dur="1000"/>
                                        <p:tgtEl>
                                          <p:spTgt spid="127"/>
                                        </p:tgtEl>
                                      </p:cBhvr>
                                    </p:animEffect>
                                  </p:childTnLst>
                                </p:cTn>
                              </p:par>
                            </p:childTnLst>
                          </p:cTn>
                        </p:par>
                      </p:childTnLst>
                    </p:cTn>
                  </p:par>
                  <p:par>
                    <p:cTn id="78" fill="hold">
                      <p:stCondLst>
                        <p:cond delay="indefinite"/>
                      </p:stCondLst>
                      <p:childTnLst>
                        <p:par>
                          <p:cTn id="79" fill="hold">
                            <p:stCondLst>
                              <p:cond delay="0"/>
                            </p:stCondLst>
                            <p:childTnLst>
                              <p:par>
                                <p:cTn id="80" nodeType="clickEffect" fill="hold" presetClass="entr" presetID="10">
                                  <p:stCondLst>
                                    <p:cond delay="0"/>
                                  </p:stCondLst>
                                  <p:childTnLst>
                                    <p:set>
                                      <p:cBhvr>
                                        <p:cTn id="81" dur="1" fill="hold">
                                          <p:stCondLst>
                                            <p:cond delay="0"/>
                                          </p:stCondLst>
                                        </p:cTn>
                                        <p:tgtEl>
                                          <p:spTgt spid="76"/>
                                        </p:tgtEl>
                                        <p:attrNameLst>
                                          <p:attrName>style.visibility</p:attrName>
                                        </p:attrNameLst>
                                      </p:cBhvr>
                                      <p:to>
                                        <p:strVal val="visible"/>
                                      </p:to>
                                    </p:set>
                                    <p:animEffect filter="fade" transition="in">
                                      <p:cBhvr additive="repl">
                                        <p:cTn id="82" dur="1000"/>
                                        <p:tgtEl>
                                          <p:spTgt spid="76"/>
                                        </p:tgtEl>
                                      </p:cBhvr>
                                    </p:animEffect>
                                  </p:childTnLst>
                                </p:cTn>
                              </p:par>
                              <p:par>
                                <p:cTn id="83" nodeType="withEffect" fill="hold" presetClass="entr" presetID="10">
                                  <p:stCondLst>
                                    <p:cond delay="0"/>
                                  </p:stCondLst>
                                  <p:childTnLst>
                                    <p:set>
                                      <p:cBhvr>
                                        <p:cTn id="84" dur="1" fill="hold">
                                          <p:stCondLst>
                                            <p:cond delay="0"/>
                                          </p:stCondLst>
                                        </p:cTn>
                                        <p:tgtEl>
                                          <p:spTgt spid="93"/>
                                        </p:tgtEl>
                                        <p:attrNameLst>
                                          <p:attrName>style.visibility</p:attrName>
                                        </p:attrNameLst>
                                      </p:cBhvr>
                                      <p:to>
                                        <p:strVal val="visible"/>
                                      </p:to>
                                    </p:set>
                                    <p:animEffect filter="fade" transition="in">
                                      <p:cBhvr additive="repl">
                                        <p:cTn id="85" dur="1000"/>
                                        <p:tgtEl>
                                          <p:spTgt spid="93"/>
                                        </p:tgtEl>
                                      </p:cBhvr>
                                    </p:animEffect>
                                  </p:childTnLst>
                                </p:cTn>
                              </p:par>
                              <p:par>
                                <p:cTn id="86" nodeType="withEffect" fill="hold" presetClass="entr" presetID="10">
                                  <p:stCondLst>
                                    <p:cond delay="0"/>
                                  </p:stCondLst>
                                  <p:childTnLst>
                                    <p:set>
                                      <p:cBhvr>
                                        <p:cTn id="87" dur="1" fill="hold">
                                          <p:stCondLst>
                                            <p:cond delay="0"/>
                                          </p:stCondLst>
                                        </p:cTn>
                                        <p:tgtEl>
                                          <p:spTgt spid="99"/>
                                        </p:tgtEl>
                                        <p:attrNameLst>
                                          <p:attrName>style.visibility</p:attrName>
                                        </p:attrNameLst>
                                      </p:cBhvr>
                                      <p:to>
                                        <p:strVal val="visible"/>
                                      </p:to>
                                    </p:set>
                                    <p:animEffect filter="fade" transition="in">
                                      <p:cBhvr additive="repl">
                                        <p:cTn id="88" dur="1000"/>
                                        <p:tgtEl>
                                          <p:spTgt spid="99"/>
                                        </p:tgtEl>
                                      </p:cBhvr>
                                    </p:animEffect>
                                  </p:childTnLst>
                                </p:cTn>
                              </p:par>
                              <p:par>
                                <p:cTn id="89" nodeType="withEffect" fill="hold" presetClass="entr" presetID="10">
                                  <p:stCondLst>
                                    <p:cond delay="0"/>
                                  </p:stCondLst>
                                  <p:childTnLst>
                                    <p:set>
                                      <p:cBhvr>
                                        <p:cTn id="90" dur="1" fill="hold">
                                          <p:stCondLst>
                                            <p:cond delay="0"/>
                                          </p:stCondLst>
                                        </p:cTn>
                                        <p:tgtEl>
                                          <p:spTgt spid="106"/>
                                        </p:tgtEl>
                                        <p:attrNameLst>
                                          <p:attrName>style.visibility</p:attrName>
                                        </p:attrNameLst>
                                      </p:cBhvr>
                                      <p:to>
                                        <p:strVal val="visible"/>
                                      </p:to>
                                    </p:set>
                                    <p:animEffect filter="fade" transition="in">
                                      <p:cBhvr additive="repl">
                                        <p:cTn id="91" dur="1000"/>
                                        <p:tgtEl>
                                          <p:spTgt spid="106"/>
                                        </p:tgtEl>
                                      </p:cBhvr>
                                    </p:animEffect>
                                  </p:childTnLst>
                                </p:cTn>
                              </p:par>
                              <p:par>
                                <p:cTn id="92" nodeType="withEffect" fill="hold" presetClass="entr" presetID="10">
                                  <p:stCondLst>
                                    <p:cond delay="0"/>
                                  </p:stCondLst>
                                  <p:childTnLst>
                                    <p:set>
                                      <p:cBhvr>
                                        <p:cTn id="93" dur="1" fill="hold">
                                          <p:stCondLst>
                                            <p:cond delay="0"/>
                                          </p:stCondLst>
                                        </p:cTn>
                                        <p:tgtEl>
                                          <p:spTgt spid="114"/>
                                        </p:tgtEl>
                                        <p:attrNameLst>
                                          <p:attrName>style.visibility</p:attrName>
                                        </p:attrNameLst>
                                      </p:cBhvr>
                                      <p:to>
                                        <p:strVal val="visible"/>
                                      </p:to>
                                    </p:set>
                                    <p:animEffect filter="fade" transition="in">
                                      <p:cBhvr additive="repl">
                                        <p:cTn id="94" dur="1000"/>
                                        <p:tgtEl>
                                          <p:spTgt spid="114"/>
                                        </p:tgtEl>
                                      </p:cBhvr>
                                    </p:animEffect>
                                  </p:childTnLst>
                                </p:cTn>
                              </p:par>
                              <p:par>
                                <p:cTn id="95" nodeType="withEffect" fill="hold" presetClass="entr" presetID="10">
                                  <p:stCondLst>
                                    <p:cond delay="0"/>
                                  </p:stCondLst>
                                  <p:childTnLst>
                                    <p:set>
                                      <p:cBhvr>
                                        <p:cTn id="96" dur="1" fill="hold">
                                          <p:stCondLst>
                                            <p:cond delay="0"/>
                                          </p:stCondLst>
                                        </p:cTn>
                                        <p:tgtEl>
                                          <p:spTgt spid="125"/>
                                        </p:tgtEl>
                                        <p:attrNameLst>
                                          <p:attrName>style.visibility</p:attrName>
                                        </p:attrNameLst>
                                      </p:cBhvr>
                                      <p:to>
                                        <p:strVal val="visible"/>
                                      </p:to>
                                    </p:set>
                                    <p:animEffect filter="fade" transition="in">
                                      <p:cBhvr additive="repl">
                                        <p:cTn id="97" dur="1000"/>
                                        <p:tgtEl>
                                          <p:spTgt spid="125"/>
                                        </p:tgtEl>
                                      </p:cBhvr>
                                    </p:animEffect>
                                  </p:childTnLst>
                                </p:cTn>
                              </p:par>
                              <p:par>
                                <p:cTn id="98" nodeType="withEffect" fill="hold" presetClass="entr" presetID="10">
                                  <p:stCondLst>
                                    <p:cond delay="0"/>
                                  </p:stCondLst>
                                  <p:childTnLst>
                                    <p:set>
                                      <p:cBhvr>
                                        <p:cTn id="99" dur="1" fill="hold">
                                          <p:stCondLst>
                                            <p:cond delay="0"/>
                                          </p:stCondLst>
                                        </p:cTn>
                                        <p:tgtEl>
                                          <p:spTgt spid="128"/>
                                        </p:tgtEl>
                                        <p:attrNameLst>
                                          <p:attrName>style.visibility</p:attrName>
                                        </p:attrNameLst>
                                      </p:cBhvr>
                                      <p:to>
                                        <p:strVal val="visible"/>
                                      </p:to>
                                    </p:set>
                                    <p:animEffect filter="fade" transition="in">
                                      <p:cBhvr additive="repl">
                                        <p:cTn id="100" dur="1000"/>
                                        <p:tgtEl>
                                          <p:spTgt spid="128"/>
                                        </p:tgtEl>
                                      </p:cBhvr>
                                    </p:animEffec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0">
                                  <p:stCondLst>
                                    <p:cond delay="0"/>
                                  </p:stCondLst>
                                  <p:childTnLst>
                                    <p:set>
                                      <p:cBhvr>
                                        <p:cTn id="104" dur="1" fill="hold">
                                          <p:stCondLst>
                                            <p:cond delay="0"/>
                                          </p:stCondLst>
                                        </p:cTn>
                                        <p:tgtEl>
                                          <p:spTgt spid="74"/>
                                        </p:tgtEl>
                                        <p:attrNameLst>
                                          <p:attrName>style.visibility</p:attrName>
                                        </p:attrNameLst>
                                      </p:cBhvr>
                                      <p:to>
                                        <p:strVal val="visible"/>
                                      </p:to>
                                    </p:set>
                                    <p:animEffect filter="fade" transition="in">
                                      <p:cBhvr additive="repl">
                                        <p:cTn id="105" dur="1000"/>
                                        <p:tgtEl>
                                          <p:spTgt spid="74"/>
                                        </p:tgtEl>
                                      </p:cBhvr>
                                    </p:animEffect>
                                  </p:childTnLst>
                                </p:cTn>
                              </p:par>
                              <p:par>
                                <p:cTn id="106" nodeType="withEffect" fill="hold" presetClass="entr" presetID="10">
                                  <p:stCondLst>
                                    <p:cond delay="0"/>
                                  </p:stCondLst>
                                  <p:childTnLst>
                                    <p:set>
                                      <p:cBhvr>
                                        <p:cTn id="107" dur="1" fill="hold">
                                          <p:stCondLst>
                                            <p:cond delay="0"/>
                                          </p:stCondLst>
                                        </p:cTn>
                                        <p:tgtEl>
                                          <p:spTgt spid="75"/>
                                        </p:tgtEl>
                                        <p:attrNameLst>
                                          <p:attrName>style.visibility</p:attrName>
                                        </p:attrNameLst>
                                      </p:cBhvr>
                                      <p:to>
                                        <p:strVal val="visible"/>
                                      </p:to>
                                    </p:set>
                                    <p:animEffect filter="fade" transition="in">
                                      <p:cBhvr additive="repl">
                                        <p:cTn id="108" dur="1000"/>
                                        <p:tgtEl>
                                          <p:spTgt spid="75"/>
                                        </p:tgtEl>
                                      </p:cBhvr>
                                    </p:animEffect>
                                  </p:childTnLst>
                                </p:cTn>
                              </p:par>
                              <p:par>
                                <p:cTn id="109" nodeType="withEffect" fill="hold" presetClass="entr" presetID="10">
                                  <p:stCondLst>
                                    <p:cond delay="0"/>
                                  </p:stCondLst>
                                  <p:childTnLst>
                                    <p:set>
                                      <p:cBhvr>
                                        <p:cTn id="110" dur="1" fill="hold">
                                          <p:stCondLst>
                                            <p:cond delay="0"/>
                                          </p:stCondLst>
                                        </p:cTn>
                                        <p:tgtEl>
                                          <p:spTgt spid="84"/>
                                        </p:tgtEl>
                                        <p:attrNameLst>
                                          <p:attrName>style.visibility</p:attrName>
                                        </p:attrNameLst>
                                      </p:cBhvr>
                                      <p:to>
                                        <p:strVal val="visible"/>
                                      </p:to>
                                    </p:set>
                                    <p:animEffect filter="fade" transition="in">
                                      <p:cBhvr additive="repl">
                                        <p:cTn id="111" dur="1000"/>
                                        <p:tgtEl>
                                          <p:spTgt spid="84"/>
                                        </p:tgtEl>
                                      </p:cBhvr>
                                    </p:animEffect>
                                  </p:childTnLst>
                                </p:cTn>
                              </p:par>
                              <p:par>
                                <p:cTn id="112" nodeType="withEffect" fill="hold" presetClass="entr" presetID="10">
                                  <p:stCondLst>
                                    <p:cond delay="0"/>
                                  </p:stCondLst>
                                  <p:childTnLst>
                                    <p:set>
                                      <p:cBhvr>
                                        <p:cTn id="113" dur="1" fill="hold">
                                          <p:stCondLst>
                                            <p:cond delay="0"/>
                                          </p:stCondLst>
                                        </p:cTn>
                                        <p:tgtEl>
                                          <p:spTgt spid="88"/>
                                        </p:tgtEl>
                                        <p:attrNameLst>
                                          <p:attrName>style.visibility</p:attrName>
                                        </p:attrNameLst>
                                      </p:cBhvr>
                                      <p:to>
                                        <p:strVal val="visible"/>
                                      </p:to>
                                    </p:set>
                                    <p:animEffect filter="fade" transition="in">
                                      <p:cBhvr additive="repl">
                                        <p:cTn id="114" dur="1000"/>
                                        <p:tgtEl>
                                          <p:spTgt spid="88"/>
                                        </p:tgtEl>
                                      </p:cBhvr>
                                    </p:animEffect>
                                  </p:childTnLst>
                                </p:cTn>
                              </p:par>
                              <p:par>
                                <p:cTn id="115" nodeType="withEffect" fill="hold" presetClass="entr" presetID="10">
                                  <p:stCondLst>
                                    <p:cond delay="0"/>
                                  </p:stCondLst>
                                  <p:childTnLst>
                                    <p:set>
                                      <p:cBhvr>
                                        <p:cTn id="116" dur="1" fill="hold">
                                          <p:stCondLst>
                                            <p:cond delay="0"/>
                                          </p:stCondLst>
                                        </p:cTn>
                                        <p:tgtEl>
                                          <p:spTgt spid="91"/>
                                        </p:tgtEl>
                                        <p:attrNameLst>
                                          <p:attrName>style.visibility</p:attrName>
                                        </p:attrNameLst>
                                      </p:cBhvr>
                                      <p:to>
                                        <p:strVal val="visible"/>
                                      </p:to>
                                    </p:set>
                                    <p:animEffect filter="fade" transition="in">
                                      <p:cBhvr additive="repl">
                                        <p:cTn id="117" dur="1000"/>
                                        <p:tgtEl>
                                          <p:spTgt spid="91"/>
                                        </p:tgtEl>
                                      </p:cBhvr>
                                    </p:animEffect>
                                  </p:childTnLst>
                                </p:cTn>
                              </p:par>
                              <p:par>
                                <p:cTn id="118" nodeType="withEffect" fill="hold" presetClass="entr" presetID="10">
                                  <p:stCondLst>
                                    <p:cond delay="0"/>
                                  </p:stCondLst>
                                  <p:childTnLst>
                                    <p:set>
                                      <p:cBhvr>
                                        <p:cTn id="119" dur="1" fill="hold">
                                          <p:stCondLst>
                                            <p:cond delay="0"/>
                                          </p:stCondLst>
                                        </p:cTn>
                                        <p:tgtEl>
                                          <p:spTgt spid="92"/>
                                        </p:tgtEl>
                                        <p:attrNameLst>
                                          <p:attrName>style.visibility</p:attrName>
                                        </p:attrNameLst>
                                      </p:cBhvr>
                                      <p:to>
                                        <p:strVal val="visible"/>
                                      </p:to>
                                    </p:set>
                                    <p:animEffect filter="fade" transition="in">
                                      <p:cBhvr additive="repl">
                                        <p:cTn id="120" dur="1000"/>
                                        <p:tgtEl>
                                          <p:spTgt spid="92"/>
                                        </p:tgtEl>
                                      </p:cBhvr>
                                    </p:animEffect>
                                  </p:childTnLst>
                                </p:cTn>
                              </p:par>
                              <p:par>
                                <p:cTn id="121" nodeType="withEffect" fill="hold" presetClass="entr" presetID="10">
                                  <p:stCondLst>
                                    <p:cond delay="0"/>
                                  </p:stCondLst>
                                  <p:childTnLst>
                                    <p:set>
                                      <p:cBhvr>
                                        <p:cTn id="122" dur="1" fill="hold">
                                          <p:stCondLst>
                                            <p:cond delay="0"/>
                                          </p:stCondLst>
                                        </p:cTn>
                                        <p:tgtEl>
                                          <p:spTgt spid="94"/>
                                        </p:tgtEl>
                                        <p:attrNameLst>
                                          <p:attrName>style.visibility</p:attrName>
                                        </p:attrNameLst>
                                      </p:cBhvr>
                                      <p:to>
                                        <p:strVal val="visible"/>
                                      </p:to>
                                    </p:set>
                                    <p:animEffect filter="fade" transition="in">
                                      <p:cBhvr additive="repl">
                                        <p:cTn id="123" dur="1000"/>
                                        <p:tgtEl>
                                          <p:spTgt spid="94"/>
                                        </p:tgtEl>
                                      </p:cBhvr>
                                    </p:animEffect>
                                  </p:childTnLst>
                                </p:cTn>
                              </p:par>
                              <p:par>
                                <p:cTn id="124" nodeType="withEffect" fill="hold" presetClass="entr" presetID="10">
                                  <p:stCondLst>
                                    <p:cond delay="0"/>
                                  </p:stCondLst>
                                  <p:childTnLst>
                                    <p:set>
                                      <p:cBhvr>
                                        <p:cTn id="125" dur="1" fill="hold">
                                          <p:stCondLst>
                                            <p:cond delay="0"/>
                                          </p:stCondLst>
                                        </p:cTn>
                                        <p:tgtEl>
                                          <p:spTgt spid="95"/>
                                        </p:tgtEl>
                                        <p:attrNameLst>
                                          <p:attrName>style.visibility</p:attrName>
                                        </p:attrNameLst>
                                      </p:cBhvr>
                                      <p:to>
                                        <p:strVal val="visible"/>
                                      </p:to>
                                    </p:set>
                                    <p:animEffect filter="fade" transition="in">
                                      <p:cBhvr additive="repl">
                                        <p:cTn id="126" dur="1000"/>
                                        <p:tgtEl>
                                          <p:spTgt spid="95"/>
                                        </p:tgtEl>
                                      </p:cBhvr>
                                    </p:animEffect>
                                  </p:childTnLst>
                                </p:cTn>
                              </p:par>
                              <p:par>
                                <p:cTn id="127" nodeType="withEffect" fill="hold" presetClass="entr" presetID="10">
                                  <p:stCondLst>
                                    <p:cond delay="0"/>
                                  </p:stCondLst>
                                  <p:childTnLst>
                                    <p:set>
                                      <p:cBhvr>
                                        <p:cTn id="128" dur="1" fill="hold">
                                          <p:stCondLst>
                                            <p:cond delay="0"/>
                                          </p:stCondLst>
                                        </p:cTn>
                                        <p:tgtEl>
                                          <p:spTgt spid="96"/>
                                        </p:tgtEl>
                                        <p:attrNameLst>
                                          <p:attrName>style.visibility</p:attrName>
                                        </p:attrNameLst>
                                      </p:cBhvr>
                                      <p:to>
                                        <p:strVal val="visible"/>
                                      </p:to>
                                    </p:set>
                                    <p:animEffect filter="fade" transition="in">
                                      <p:cBhvr additive="repl">
                                        <p:cTn id="129" dur="1000"/>
                                        <p:tgtEl>
                                          <p:spTgt spid="96"/>
                                        </p:tgtEl>
                                      </p:cBhvr>
                                    </p:animEffect>
                                  </p:childTnLst>
                                </p:cTn>
                              </p:par>
                              <p:par>
                                <p:cTn id="130" nodeType="withEffect" fill="hold" presetClass="entr" presetID="10">
                                  <p:stCondLst>
                                    <p:cond delay="0"/>
                                  </p:stCondLst>
                                  <p:childTnLst>
                                    <p:set>
                                      <p:cBhvr>
                                        <p:cTn id="131" dur="1" fill="hold">
                                          <p:stCondLst>
                                            <p:cond delay="0"/>
                                          </p:stCondLst>
                                        </p:cTn>
                                        <p:tgtEl>
                                          <p:spTgt spid="97"/>
                                        </p:tgtEl>
                                        <p:attrNameLst>
                                          <p:attrName>style.visibility</p:attrName>
                                        </p:attrNameLst>
                                      </p:cBhvr>
                                      <p:to>
                                        <p:strVal val="visible"/>
                                      </p:to>
                                    </p:set>
                                    <p:animEffect filter="fade" transition="in">
                                      <p:cBhvr additive="repl">
                                        <p:cTn id="132" dur="1000"/>
                                        <p:tgtEl>
                                          <p:spTgt spid="97"/>
                                        </p:tgtEl>
                                      </p:cBhvr>
                                    </p:animEffect>
                                  </p:childTnLst>
                                </p:cTn>
                              </p:par>
                              <p:par>
                                <p:cTn id="133" nodeType="withEffect" fill="hold" presetClass="entr" presetID="10">
                                  <p:stCondLst>
                                    <p:cond delay="0"/>
                                  </p:stCondLst>
                                  <p:childTnLst>
                                    <p:set>
                                      <p:cBhvr>
                                        <p:cTn id="134" dur="1" fill="hold">
                                          <p:stCondLst>
                                            <p:cond delay="0"/>
                                          </p:stCondLst>
                                        </p:cTn>
                                        <p:tgtEl>
                                          <p:spTgt spid="100"/>
                                        </p:tgtEl>
                                        <p:attrNameLst>
                                          <p:attrName>style.visibility</p:attrName>
                                        </p:attrNameLst>
                                      </p:cBhvr>
                                      <p:to>
                                        <p:strVal val="visible"/>
                                      </p:to>
                                    </p:set>
                                    <p:animEffect filter="fade" transition="in">
                                      <p:cBhvr additive="repl">
                                        <p:cTn id="135" dur="1000"/>
                                        <p:tgtEl>
                                          <p:spTgt spid="100"/>
                                        </p:tgtEl>
                                      </p:cBhvr>
                                    </p:animEffect>
                                  </p:childTnLst>
                                </p:cTn>
                              </p:par>
                              <p:par>
                                <p:cTn id="136" nodeType="withEffect" fill="hold" presetClass="entr" presetID="10">
                                  <p:stCondLst>
                                    <p:cond delay="0"/>
                                  </p:stCondLst>
                                  <p:childTnLst>
                                    <p:set>
                                      <p:cBhvr>
                                        <p:cTn id="137" dur="1" fill="hold">
                                          <p:stCondLst>
                                            <p:cond delay="0"/>
                                          </p:stCondLst>
                                        </p:cTn>
                                        <p:tgtEl>
                                          <p:spTgt spid="101"/>
                                        </p:tgtEl>
                                        <p:attrNameLst>
                                          <p:attrName>style.visibility</p:attrName>
                                        </p:attrNameLst>
                                      </p:cBhvr>
                                      <p:to>
                                        <p:strVal val="visible"/>
                                      </p:to>
                                    </p:set>
                                    <p:animEffect filter="fade" transition="in">
                                      <p:cBhvr additive="repl">
                                        <p:cTn id="138" dur="1000"/>
                                        <p:tgtEl>
                                          <p:spTgt spid="101"/>
                                        </p:tgtEl>
                                      </p:cBhvr>
                                    </p:animEffect>
                                  </p:childTnLst>
                                </p:cTn>
                              </p:par>
                              <p:par>
                                <p:cTn id="139" nodeType="withEffect" fill="hold" presetClass="entr" presetID="10">
                                  <p:stCondLst>
                                    <p:cond delay="0"/>
                                  </p:stCondLst>
                                  <p:childTnLst>
                                    <p:set>
                                      <p:cBhvr>
                                        <p:cTn id="140" dur="1" fill="hold">
                                          <p:stCondLst>
                                            <p:cond delay="0"/>
                                          </p:stCondLst>
                                        </p:cTn>
                                        <p:tgtEl>
                                          <p:spTgt spid="102"/>
                                        </p:tgtEl>
                                        <p:attrNameLst>
                                          <p:attrName>style.visibility</p:attrName>
                                        </p:attrNameLst>
                                      </p:cBhvr>
                                      <p:to>
                                        <p:strVal val="visible"/>
                                      </p:to>
                                    </p:set>
                                    <p:animEffect filter="fade" transition="in">
                                      <p:cBhvr additive="repl">
                                        <p:cTn id="141" dur="1000"/>
                                        <p:tgtEl>
                                          <p:spTgt spid="102"/>
                                        </p:tgtEl>
                                      </p:cBhvr>
                                    </p:animEffect>
                                  </p:childTnLst>
                                </p:cTn>
                              </p:par>
                              <p:par>
                                <p:cTn id="142" nodeType="withEffect" fill="hold" presetClass="entr" presetID="10">
                                  <p:stCondLst>
                                    <p:cond delay="0"/>
                                  </p:stCondLst>
                                  <p:childTnLst>
                                    <p:set>
                                      <p:cBhvr>
                                        <p:cTn id="143" dur="1" fill="hold">
                                          <p:stCondLst>
                                            <p:cond delay="0"/>
                                          </p:stCondLst>
                                        </p:cTn>
                                        <p:tgtEl>
                                          <p:spTgt spid="103"/>
                                        </p:tgtEl>
                                        <p:attrNameLst>
                                          <p:attrName>style.visibility</p:attrName>
                                        </p:attrNameLst>
                                      </p:cBhvr>
                                      <p:to>
                                        <p:strVal val="visible"/>
                                      </p:to>
                                    </p:set>
                                    <p:animEffect filter="fade" transition="in">
                                      <p:cBhvr additive="repl">
                                        <p:cTn id="144" dur="1000"/>
                                        <p:tgtEl>
                                          <p:spTgt spid="103"/>
                                        </p:tgtEl>
                                      </p:cBhvr>
                                    </p:animEffect>
                                  </p:childTnLst>
                                </p:cTn>
                              </p:par>
                              <p:par>
                                <p:cTn id="145" nodeType="withEffect" fill="hold" presetClass="entr" presetID="10">
                                  <p:stCondLst>
                                    <p:cond delay="0"/>
                                  </p:stCondLst>
                                  <p:childTnLst>
                                    <p:set>
                                      <p:cBhvr>
                                        <p:cTn id="146" dur="1" fill="hold">
                                          <p:stCondLst>
                                            <p:cond delay="0"/>
                                          </p:stCondLst>
                                        </p:cTn>
                                        <p:tgtEl>
                                          <p:spTgt spid="104"/>
                                        </p:tgtEl>
                                        <p:attrNameLst>
                                          <p:attrName>style.visibility</p:attrName>
                                        </p:attrNameLst>
                                      </p:cBhvr>
                                      <p:to>
                                        <p:strVal val="visible"/>
                                      </p:to>
                                    </p:set>
                                    <p:animEffect filter="fade" transition="in">
                                      <p:cBhvr additive="repl">
                                        <p:cTn id="147" dur="1000"/>
                                        <p:tgtEl>
                                          <p:spTgt spid="104"/>
                                        </p:tgtEl>
                                      </p:cBhvr>
                                    </p:animEffect>
                                  </p:childTnLst>
                                </p:cTn>
                              </p:par>
                              <p:par>
                                <p:cTn id="148" nodeType="withEffect" fill="hold" presetClass="entr" presetID="10">
                                  <p:stCondLst>
                                    <p:cond delay="0"/>
                                  </p:stCondLst>
                                  <p:childTnLst>
                                    <p:set>
                                      <p:cBhvr>
                                        <p:cTn id="149" dur="1" fill="hold">
                                          <p:stCondLst>
                                            <p:cond delay="0"/>
                                          </p:stCondLst>
                                        </p:cTn>
                                        <p:tgtEl>
                                          <p:spTgt spid="107"/>
                                        </p:tgtEl>
                                        <p:attrNameLst>
                                          <p:attrName>style.visibility</p:attrName>
                                        </p:attrNameLst>
                                      </p:cBhvr>
                                      <p:to>
                                        <p:strVal val="visible"/>
                                      </p:to>
                                    </p:set>
                                    <p:animEffect filter="fade" transition="in">
                                      <p:cBhvr additive="repl">
                                        <p:cTn id="150" dur="1000"/>
                                        <p:tgtEl>
                                          <p:spTgt spid="107"/>
                                        </p:tgtEl>
                                      </p:cBhvr>
                                    </p:animEffect>
                                  </p:childTnLst>
                                </p:cTn>
                              </p:par>
                              <p:par>
                                <p:cTn id="151" nodeType="withEffect" fill="hold" presetClass="entr" presetID="10">
                                  <p:stCondLst>
                                    <p:cond delay="0"/>
                                  </p:stCondLst>
                                  <p:childTnLst>
                                    <p:set>
                                      <p:cBhvr>
                                        <p:cTn id="152" dur="1" fill="hold">
                                          <p:stCondLst>
                                            <p:cond delay="0"/>
                                          </p:stCondLst>
                                        </p:cTn>
                                        <p:tgtEl>
                                          <p:spTgt spid="108"/>
                                        </p:tgtEl>
                                        <p:attrNameLst>
                                          <p:attrName>style.visibility</p:attrName>
                                        </p:attrNameLst>
                                      </p:cBhvr>
                                      <p:to>
                                        <p:strVal val="visible"/>
                                      </p:to>
                                    </p:set>
                                    <p:animEffect filter="fade" transition="in">
                                      <p:cBhvr additive="repl">
                                        <p:cTn id="153" dur="1000"/>
                                        <p:tgtEl>
                                          <p:spTgt spid="108"/>
                                        </p:tgtEl>
                                      </p:cBhvr>
                                    </p:animEffect>
                                  </p:childTnLst>
                                </p:cTn>
                              </p:par>
                              <p:par>
                                <p:cTn id="154" nodeType="withEffect" fill="hold" presetClass="entr" presetID="10">
                                  <p:stCondLst>
                                    <p:cond delay="0"/>
                                  </p:stCondLst>
                                  <p:childTnLst>
                                    <p:set>
                                      <p:cBhvr>
                                        <p:cTn id="155" dur="1" fill="hold">
                                          <p:stCondLst>
                                            <p:cond delay="0"/>
                                          </p:stCondLst>
                                        </p:cTn>
                                        <p:tgtEl>
                                          <p:spTgt spid="109"/>
                                        </p:tgtEl>
                                        <p:attrNameLst>
                                          <p:attrName>style.visibility</p:attrName>
                                        </p:attrNameLst>
                                      </p:cBhvr>
                                      <p:to>
                                        <p:strVal val="visible"/>
                                      </p:to>
                                    </p:set>
                                    <p:animEffect filter="fade" transition="in">
                                      <p:cBhvr additive="repl">
                                        <p:cTn id="156" dur="1000"/>
                                        <p:tgtEl>
                                          <p:spTgt spid="109"/>
                                        </p:tgtEl>
                                      </p:cBhvr>
                                    </p:animEffect>
                                  </p:childTnLst>
                                </p:cTn>
                              </p:par>
                              <p:par>
                                <p:cTn id="157" nodeType="withEffect" fill="hold" presetClass="entr" presetID="10">
                                  <p:stCondLst>
                                    <p:cond delay="0"/>
                                  </p:stCondLst>
                                  <p:childTnLst>
                                    <p:set>
                                      <p:cBhvr>
                                        <p:cTn id="158" dur="1" fill="hold">
                                          <p:stCondLst>
                                            <p:cond delay="0"/>
                                          </p:stCondLst>
                                        </p:cTn>
                                        <p:tgtEl>
                                          <p:spTgt spid="110"/>
                                        </p:tgtEl>
                                        <p:attrNameLst>
                                          <p:attrName>style.visibility</p:attrName>
                                        </p:attrNameLst>
                                      </p:cBhvr>
                                      <p:to>
                                        <p:strVal val="visible"/>
                                      </p:to>
                                    </p:set>
                                    <p:animEffect filter="fade" transition="in">
                                      <p:cBhvr additive="repl">
                                        <p:cTn id="159" dur="1000"/>
                                        <p:tgtEl>
                                          <p:spTgt spid="110"/>
                                        </p:tgtEl>
                                      </p:cBhvr>
                                    </p:animEffect>
                                  </p:childTnLst>
                                </p:cTn>
                              </p:par>
                              <p:par>
                                <p:cTn id="160" nodeType="withEffect" fill="hold" presetClass="entr" presetID="10">
                                  <p:stCondLst>
                                    <p:cond delay="0"/>
                                  </p:stCondLst>
                                  <p:childTnLst>
                                    <p:set>
                                      <p:cBhvr>
                                        <p:cTn id="161" dur="1" fill="hold">
                                          <p:stCondLst>
                                            <p:cond delay="0"/>
                                          </p:stCondLst>
                                        </p:cTn>
                                        <p:tgtEl>
                                          <p:spTgt spid="111"/>
                                        </p:tgtEl>
                                        <p:attrNameLst>
                                          <p:attrName>style.visibility</p:attrName>
                                        </p:attrNameLst>
                                      </p:cBhvr>
                                      <p:to>
                                        <p:strVal val="visible"/>
                                      </p:to>
                                    </p:set>
                                    <p:animEffect filter="fade" transition="in">
                                      <p:cBhvr additive="repl">
                                        <p:cTn id="162" dur="1000"/>
                                        <p:tgtEl>
                                          <p:spTgt spid="111"/>
                                        </p:tgtEl>
                                      </p:cBhvr>
                                    </p:animEffect>
                                  </p:childTnLst>
                                </p:cTn>
                              </p:par>
                              <p:par>
                                <p:cTn id="163" nodeType="withEffect" fill="hold" presetClass="entr" presetID="10">
                                  <p:stCondLst>
                                    <p:cond delay="0"/>
                                  </p:stCondLst>
                                  <p:childTnLst>
                                    <p:set>
                                      <p:cBhvr>
                                        <p:cTn id="164" dur="1" fill="hold">
                                          <p:stCondLst>
                                            <p:cond delay="0"/>
                                          </p:stCondLst>
                                        </p:cTn>
                                        <p:tgtEl>
                                          <p:spTgt spid="113"/>
                                        </p:tgtEl>
                                        <p:attrNameLst>
                                          <p:attrName>style.visibility</p:attrName>
                                        </p:attrNameLst>
                                      </p:cBhvr>
                                      <p:to>
                                        <p:strVal val="visible"/>
                                      </p:to>
                                    </p:set>
                                    <p:animEffect filter="fade" transition="in">
                                      <p:cBhvr additive="repl">
                                        <p:cTn id="165" dur="1000"/>
                                        <p:tgtEl>
                                          <p:spTgt spid="113"/>
                                        </p:tgtEl>
                                      </p:cBhvr>
                                    </p:animEffect>
                                  </p:childTnLst>
                                </p:cTn>
                              </p:par>
                              <p:par>
                                <p:cTn id="166" nodeType="withEffect" fill="hold" presetClass="entr" presetID="10">
                                  <p:stCondLst>
                                    <p:cond delay="0"/>
                                  </p:stCondLst>
                                  <p:childTnLst>
                                    <p:set>
                                      <p:cBhvr>
                                        <p:cTn id="167" dur="1" fill="hold">
                                          <p:stCondLst>
                                            <p:cond delay="0"/>
                                          </p:stCondLst>
                                        </p:cTn>
                                        <p:tgtEl>
                                          <p:spTgt spid="115"/>
                                        </p:tgtEl>
                                        <p:attrNameLst>
                                          <p:attrName>style.visibility</p:attrName>
                                        </p:attrNameLst>
                                      </p:cBhvr>
                                      <p:to>
                                        <p:strVal val="visible"/>
                                      </p:to>
                                    </p:set>
                                    <p:animEffect filter="fade" transition="in">
                                      <p:cBhvr additive="repl">
                                        <p:cTn id="168" dur="1000"/>
                                        <p:tgtEl>
                                          <p:spTgt spid="115"/>
                                        </p:tgtEl>
                                      </p:cBhvr>
                                    </p:animEffect>
                                  </p:childTnLst>
                                </p:cTn>
                              </p:par>
                              <p:par>
                                <p:cTn id="169" nodeType="withEffect" fill="hold" presetClass="entr" presetID="10">
                                  <p:stCondLst>
                                    <p:cond delay="0"/>
                                  </p:stCondLst>
                                  <p:childTnLst>
                                    <p:set>
                                      <p:cBhvr>
                                        <p:cTn id="170" dur="1" fill="hold">
                                          <p:stCondLst>
                                            <p:cond delay="0"/>
                                          </p:stCondLst>
                                        </p:cTn>
                                        <p:tgtEl>
                                          <p:spTgt spid="116"/>
                                        </p:tgtEl>
                                        <p:attrNameLst>
                                          <p:attrName>style.visibility</p:attrName>
                                        </p:attrNameLst>
                                      </p:cBhvr>
                                      <p:to>
                                        <p:strVal val="visible"/>
                                      </p:to>
                                    </p:set>
                                    <p:animEffect filter="fade" transition="in">
                                      <p:cBhvr additive="repl">
                                        <p:cTn id="171" dur="1000"/>
                                        <p:tgtEl>
                                          <p:spTgt spid="116"/>
                                        </p:tgtEl>
                                      </p:cBhvr>
                                    </p:animEffect>
                                  </p:childTnLst>
                                </p:cTn>
                              </p:par>
                              <p:par>
                                <p:cTn id="172" nodeType="withEffect" fill="hold" presetClass="entr" presetID="10">
                                  <p:stCondLst>
                                    <p:cond delay="0"/>
                                  </p:stCondLst>
                                  <p:childTnLst>
                                    <p:set>
                                      <p:cBhvr>
                                        <p:cTn id="173" dur="1" fill="hold">
                                          <p:stCondLst>
                                            <p:cond delay="0"/>
                                          </p:stCondLst>
                                        </p:cTn>
                                        <p:tgtEl>
                                          <p:spTgt spid="117"/>
                                        </p:tgtEl>
                                        <p:attrNameLst>
                                          <p:attrName>style.visibility</p:attrName>
                                        </p:attrNameLst>
                                      </p:cBhvr>
                                      <p:to>
                                        <p:strVal val="visible"/>
                                      </p:to>
                                    </p:set>
                                    <p:animEffect filter="fade" transition="in">
                                      <p:cBhvr additive="repl">
                                        <p:cTn id="174" dur="1000"/>
                                        <p:tgtEl>
                                          <p:spTgt spid="117"/>
                                        </p:tgtEl>
                                      </p:cBhvr>
                                    </p:animEffect>
                                  </p:childTnLst>
                                </p:cTn>
                              </p:par>
                              <p:par>
                                <p:cTn id="175" nodeType="withEffect" fill="hold" presetClass="entr" presetID="10">
                                  <p:stCondLst>
                                    <p:cond delay="0"/>
                                  </p:stCondLst>
                                  <p:childTnLst>
                                    <p:set>
                                      <p:cBhvr>
                                        <p:cTn id="176" dur="1" fill="hold">
                                          <p:stCondLst>
                                            <p:cond delay="0"/>
                                          </p:stCondLst>
                                        </p:cTn>
                                        <p:tgtEl>
                                          <p:spTgt spid="118"/>
                                        </p:tgtEl>
                                        <p:attrNameLst>
                                          <p:attrName>style.visibility</p:attrName>
                                        </p:attrNameLst>
                                      </p:cBhvr>
                                      <p:to>
                                        <p:strVal val="visible"/>
                                      </p:to>
                                    </p:set>
                                    <p:animEffect filter="fade" transition="in">
                                      <p:cBhvr additive="repl">
                                        <p:cTn id="177" dur="1000"/>
                                        <p:tgtEl>
                                          <p:spTgt spid="118"/>
                                        </p:tgtEl>
                                      </p:cBhvr>
                                    </p:animEffect>
                                  </p:childTnLst>
                                </p:cTn>
                              </p:par>
                              <p:par>
                                <p:cTn id="178" nodeType="withEffect" fill="hold" presetClass="entr" presetID="10">
                                  <p:stCondLst>
                                    <p:cond delay="0"/>
                                  </p:stCondLst>
                                  <p:childTnLst>
                                    <p:set>
                                      <p:cBhvr>
                                        <p:cTn id="179" dur="1" fill="hold">
                                          <p:stCondLst>
                                            <p:cond delay="0"/>
                                          </p:stCondLst>
                                        </p:cTn>
                                        <p:tgtEl>
                                          <p:spTgt spid="120"/>
                                        </p:tgtEl>
                                        <p:attrNameLst>
                                          <p:attrName>style.visibility</p:attrName>
                                        </p:attrNameLst>
                                      </p:cBhvr>
                                      <p:to>
                                        <p:strVal val="visible"/>
                                      </p:to>
                                    </p:set>
                                    <p:animEffect filter="fade" transition="in">
                                      <p:cBhvr additive="repl">
                                        <p:cTn id="180" dur="1000"/>
                                        <p:tgtEl>
                                          <p:spTgt spid="120"/>
                                        </p:tgtEl>
                                      </p:cBhvr>
                                    </p:animEffect>
                                  </p:childTnLst>
                                </p:cTn>
                              </p:par>
                              <p:par>
                                <p:cTn id="181" nodeType="withEffect" fill="hold" presetClass="entr" presetID="10">
                                  <p:stCondLst>
                                    <p:cond delay="0"/>
                                  </p:stCondLst>
                                  <p:childTnLst>
                                    <p:set>
                                      <p:cBhvr>
                                        <p:cTn id="182" dur="1" fill="hold">
                                          <p:stCondLst>
                                            <p:cond delay="0"/>
                                          </p:stCondLst>
                                        </p:cTn>
                                        <p:tgtEl>
                                          <p:spTgt spid="121"/>
                                        </p:tgtEl>
                                        <p:attrNameLst>
                                          <p:attrName>style.visibility</p:attrName>
                                        </p:attrNameLst>
                                      </p:cBhvr>
                                      <p:to>
                                        <p:strVal val="visible"/>
                                      </p:to>
                                    </p:set>
                                    <p:animEffect filter="fade" transition="in">
                                      <p:cBhvr additive="repl">
                                        <p:cTn id="183" dur="1000"/>
                                        <p:tgtEl>
                                          <p:spTgt spid="121"/>
                                        </p:tgtEl>
                                      </p:cBhvr>
                                    </p:animEffect>
                                  </p:childTnLst>
                                </p:cTn>
                              </p:par>
                              <p:par>
                                <p:cTn id="184" nodeType="withEffect" fill="hold" presetClass="entr" presetID="10">
                                  <p:stCondLst>
                                    <p:cond delay="0"/>
                                  </p:stCondLst>
                                  <p:childTnLst>
                                    <p:set>
                                      <p:cBhvr>
                                        <p:cTn id="185" dur="1" fill="hold">
                                          <p:stCondLst>
                                            <p:cond delay="0"/>
                                          </p:stCondLst>
                                        </p:cTn>
                                        <p:tgtEl>
                                          <p:spTgt spid="122"/>
                                        </p:tgtEl>
                                        <p:attrNameLst>
                                          <p:attrName>style.visibility</p:attrName>
                                        </p:attrNameLst>
                                      </p:cBhvr>
                                      <p:to>
                                        <p:strVal val="visible"/>
                                      </p:to>
                                    </p:set>
                                    <p:animEffect filter="fade" transition="in">
                                      <p:cBhvr additive="repl">
                                        <p:cTn id="186" dur="1000"/>
                                        <p:tgtEl>
                                          <p:spTgt spid="122"/>
                                        </p:tgtEl>
                                      </p:cBhvr>
                                    </p:animEffect>
                                  </p:childTnLst>
                                </p:cTn>
                              </p:par>
                              <p:par>
                                <p:cTn id="187" nodeType="withEffect" fill="hold" presetClass="entr" presetID="10">
                                  <p:stCondLst>
                                    <p:cond delay="0"/>
                                  </p:stCondLst>
                                  <p:childTnLst>
                                    <p:set>
                                      <p:cBhvr>
                                        <p:cTn id="188" dur="1" fill="hold">
                                          <p:stCondLst>
                                            <p:cond delay="0"/>
                                          </p:stCondLst>
                                        </p:cTn>
                                        <p:tgtEl>
                                          <p:spTgt spid="123"/>
                                        </p:tgtEl>
                                        <p:attrNameLst>
                                          <p:attrName>style.visibility</p:attrName>
                                        </p:attrNameLst>
                                      </p:cBhvr>
                                      <p:to>
                                        <p:strVal val="visible"/>
                                      </p:to>
                                    </p:set>
                                    <p:animEffect filter="fade" transition="in">
                                      <p:cBhvr additive="repl">
                                        <p:cTn id="189" dur="1000"/>
                                        <p:tgtEl>
                                          <p:spTgt spid="123"/>
                                        </p:tgtEl>
                                      </p:cBhvr>
                                    </p:animEffect>
                                  </p:childTnLst>
                                </p:cTn>
                              </p:par>
                              <p:par>
                                <p:cTn id="190" nodeType="withEffect" fill="hold" presetClass="entr" presetID="10">
                                  <p:stCondLst>
                                    <p:cond delay="0"/>
                                  </p:stCondLst>
                                  <p:childTnLst>
                                    <p:set>
                                      <p:cBhvr>
                                        <p:cTn id="191" dur="1" fill="hold">
                                          <p:stCondLst>
                                            <p:cond delay="0"/>
                                          </p:stCondLst>
                                        </p:cTn>
                                        <p:tgtEl>
                                          <p:spTgt spid="124"/>
                                        </p:tgtEl>
                                        <p:attrNameLst>
                                          <p:attrName>style.visibility</p:attrName>
                                        </p:attrNameLst>
                                      </p:cBhvr>
                                      <p:to>
                                        <p:strVal val="visible"/>
                                      </p:to>
                                    </p:set>
                                    <p:animEffect filter="fade" transition="in">
                                      <p:cBhvr additive="repl">
                                        <p:cTn id="192" dur="1000"/>
                                        <p:tgtEl>
                                          <p:spTgt spid="124"/>
                                        </p:tgtEl>
                                      </p:cBhvr>
                                    </p:animEffect>
                                  </p:childTnLst>
                                </p:cTn>
                              </p:par>
                              <p:par>
                                <p:cTn id="193" nodeType="withEffect" fill="hold" presetClass="entr" presetID="10">
                                  <p:stCondLst>
                                    <p:cond delay="0"/>
                                  </p:stCondLst>
                                  <p:childTnLst>
                                    <p:set>
                                      <p:cBhvr>
                                        <p:cTn id="194" dur="1" fill="hold">
                                          <p:stCondLst>
                                            <p:cond delay="0"/>
                                          </p:stCondLst>
                                        </p:cTn>
                                        <p:tgtEl>
                                          <p:spTgt spid="130"/>
                                        </p:tgtEl>
                                        <p:attrNameLst>
                                          <p:attrName>style.visibility</p:attrName>
                                        </p:attrNameLst>
                                      </p:cBhvr>
                                      <p:to>
                                        <p:strVal val="visible"/>
                                      </p:to>
                                    </p:set>
                                    <p:animEffect filter="fade" transition="in">
                                      <p:cBhvr additive="repl">
                                        <p:cTn id="195" dur="1000"/>
                                        <p:tgtEl>
                                          <p:spTgt spid="130"/>
                                        </p:tgtEl>
                                      </p:cBhvr>
                                    </p:animEffect>
                                  </p:childTnLst>
                                </p:cTn>
                              </p:par>
                              <p:par>
                                <p:cTn id="196" nodeType="withEffect" fill="hold" presetClass="entr" presetID="10">
                                  <p:stCondLst>
                                    <p:cond delay="0"/>
                                  </p:stCondLst>
                                  <p:childTnLst>
                                    <p:set>
                                      <p:cBhvr>
                                        <p:cTn id="197" dur="1" fill="hold">
                                          <p:stCondLst>
                                            <p:cond delay="0"/>
                                          </p:stCondLst>
                                        </p:cTn>
                                        <p:tgtEl>
                                          <p:spTgt spid="131"/>
                                        </p:tgtEl>
                                        <p:attrNameLst>
                                          <p:attrName>style.visibility</p:attrName>
                                        </p:attrNameLst>
                                      </p:cBhvr>
                                      <p:to>
                                        <p:strVal val="visible"/>
                                      </p:to>
                                    </p:set>
                                    <p:animEffect filter="fade" transition="in">
                                      <p:cBhvr additive="repl">
                                        <p:cTn id="198" dur="1000"/>
                                        <p:tgtEl>
                                          <p:spTgt spid="131"/>
                                        </p:tgtEl>
                                      </p:cBhvr>
                                    </p:animEffect>
                                  </p:childTnLst>
                                </p:cTn>
                              </p:par>
                              <p:par>
                                <p:cTn id="199" nodeType="withEffect" fill="hold" presetClass="entr" presetID="10">
                                  <p:stCondLst>
                                    <p:cond delay="0"/>
                                  </p:stCondLst>
                                  <p:childTnLst>
                                    <p:set>
                                      <p:cBhvr>
                                        <p:cTn id="200" dur="1" fill="hold">
                                          <p:stCondLst>
                                            <p:cond delay="0"/>
                                          </p:stCondLst>
                                        </p:cTn>
                                        <p:tgtEl>
                                          <p:spTgt spid="132"/>
                                        </p:tgtEl>
                                        <p:attrNameLst>
                                          <p:attrName>style.visibility</p:attrName>
                                        </p:attrNameLst>
                                      </p:cBhvr>
                                      <p:to>
                                        <p:strVal val="visible"/>
                                      </p:to>
                                    </p:set>
                                    <p:animEffect filter="fade" transition="in">
                                      <p:cBhvr additive="repl">
                                        <p:cTn id="201" dur="1000"/>
                                        <p:tgtEl>
                                          <p:spTgt spid="132"/>
                                        </p:tgtEl>
                                      </p:cBhvr>
                                    </p:animEffect>
                                  </p:childTnLst>
                                </p:cTn>
                              </p:par>
                              <p:par>
                                <p:cTn id="202" nodeType="withEffect" fill="hold" presetClass="entr" presetID="10">
                                  <p:stCondLst>
                                    <p:cond delay="0"/>
                                  </p:stCondLst>
                                  <p:childTnLst>
                                    <p:set>
                                      <p:cBhvr>
                                        <p:cTn id="203" dur="1" fill="hold">
                                          <p:stCondLst>
                                            <p:cond delay="0"/>
                                          </p:stCondLst>
                                        </p:cTn>
                                        <p:tgtEl>
                                          <p:spTgt spid="133"/>
                                        </p:tgtEl>
                                        <p:attrNameLst>
                                          <p:attrName>style.visibility</p:attrName>
                                        </p:attrNameLst>
                                      </p:cBhvr>
                                      <p:to>
                                        <p:strVal val="visible"/>
                                      </p:to>
                                    </p:set>
                                    <p:animEffect filter="fade" transition="in">
                                      <p:cBhvr additive="repl">
                                        <p:cTn id="204" dur="1000"/>
                                        <p:tgtEl>
                                          <p:spTgt spid="133"/>
                                        </p:tgtEl>
                                      </p:cBhvr>
                                    </p:animEffect>
                                  </p:childTnLst>
                                </p:cTn>
                              </p:par>
                              <p:par>
                                <p:cTn id="205" nodeType="withEffect" fill="hold" presetClass="entr" presetID="10">
                                  <p:stCondLst>
                                    <p:cond delay="0"/>
                                  </p:stCondLst>
                                  <p:childTnLst>
                                    <p:set>
                                      <p:cBhvr>
                                        <p:cTn id="206" dur="1" fill="hold">
                                          <p:stCondLst>
                                            <p:cond delay="0"/>
                                          </p:stCondLst>
                                        </p:cTn>
                                        <p:tgtEl>
                                          <p:spTgt spid="129"/>
                                        </p:tgtEl>
                                        <p:attrNameLst>
                                          <p:attrName>style.visibility</p:attrName>
                                        </p:attrNameLst>
                                      </p:cBhvr>
                                      <p:to>
                                        <p:strVal val="visible"/>
                                      </p:to>
                                    </p:set>
                                    <p:animEffect filter="fade" transition="in">
                                      <p:cBhvr additive="repl">
                                        <p:cTn id="207" dur="1000"/>
                                        <p:tgtEl>
                                          <p:spTgt spid="129"/>
                                        </p:tgtEl>
                                      </p:cBhvr>
                                    </p:animEffect>
                                  </p:childTnLst>
                                </p:cTn>
                              </p:par>
                            </p:childTnLst>
                          </p:cTn>
                        </p:par>
                      </p:childTnLst>
                    </p:cTn>
                  </p:par>
                  <p:par>
                    <p:cTn id="208" fill="hold">
                      <p:stCondLst>
                        <p:cond delay="indefinite"/>
                      </p:stCondLst>
                      <p:childTnLst>
                        <p:par>
                          <p:cTn id="209" fill="hold">
                            <p:stCondLst>
                              <p:cond delay="0"/>
                            </p:stCondLst>
                            <p:childTnLst>
                              <p:par>
                                <p:cTn id="210" nodeType="clickEffect" fill="hold" presetClass="entr" presetID="10">
                                  <p:stCondLst>
                                    <p:cond delay="0"/>
                                  </p:stCondLst>
                                  <p:childTnLst>
                                    <p:set>
                                      <p:cBhvr>
                                        <p:cTn id="211" dur="1" fill="hold">
                                          <p:stCondLst>
                                            <p:cond delay="0"/>
                                          </p:stCondLst>
                                        </p:cTn>
                                        <p:tgtEl>
                                          <p:spTgt spid="134"/>
                                        </p:tgtEl>
                                        <p:attrNameLst>
                                          <p:attrName>style.visibility</p:attrName>
                                        </p:attrNameLst>
                                      </p:cBhvr>
                                      <p:to>
                                        <p:strVal val="visible"/>
                                      </p:to>
                                    </p:set>
                                    <p:animEffect filter="fade" transition="in">
                                      <p:cBhvr additive="repl">
                                        <p:cTn id="212" dur="1000"/>
                                        <p:tgtEl>
                                          <p:spTgt spid="134"/>
                                        </p:tgtEl>
                                      </p:cBhvr>
                                    </p:animEffect>
                                  </p:childTnLst>
                                </p:cTn>
                              </p:par>
                            </p:childTnLst>
                          </p:cTn>
                        </p:par>
                      </p:childTnLst>
                    </p:cTn>
                  </p:par>
                  <p:par>
                    <p:cTn id="213" fill="hold">
                      <p:stCondLst>
                        <p:cond delay="indefinite"/>
                      </p:stCondLst>
                      <p:childTnLst>
                        <p:par>
                          <p:cTn id="214" fill="hold">
                            <p:stCondLst>
                              <p:cond delay="0"/>
                            </p:stCondLst>
                            <p:childTnLst>
                              <p:par>
                                <p:cTn id="215" nodeType="clickEffect" fill="hold" presetClass="entr" presetID="10">
                                  <p:stCondLst>
                                    <p:cond delay="0"/>
                                  </p:stCondLst>
                                  <p:childTnLst>
                                    <p:set>
                                      <p:cBhvr>
                                        <p:cTn id="216" dur="1" fill="hold">
                                          <p:stCondLst>
                                            <p:cond delay="0"/>
                                          </p:stCondLst>
                                        </p:cTn>
                                        <p:tgtEl>
                                          <p:spTgt spid="135"/>
                                        </p:tgtEl>
                                        <p:attrNameLst>
                                          <p:attrName>style.visibility</p:attrName>
                                        </p:attrNameLst>
                                      </p:cBhvr>
                                      <p:to>
                                        <p:strVal val="visible"/>
                                      </p:to>
                                    </p:set>
                                    <p:animEffect filter="fade" transition="in">
                                      <p:cBhvr additive="repl">
                                        <p:cTn id="217" dur="1000"/>
                                        <p:tgtEl>
                                          <p:spTgt spid="135"/>
                                        </p:tgtEl>
                                      </p:cBhvr>
                                    </p:animEffect>
                                  </p:childTnLst>
                                </p:cTn>
                              </p:par>
                            </p:childTnLst>
                          </p:cTn>
                        </p:par>
                      </p:childTnLst>
                    </p:cTn>
                  </p:par>
                  <p:par>
                    <p:cTn id="218" fill="hold">
                      <p:stCondLst>
                        <p:cond delay="indefinite"/>
                      </p:stCondLst>
                      <p:childTnLst>
                        <p:par>
                          <p:cTn id="219" fill="hold">
                            <p:stCondLst>
                              <p:cond delay="0"/>
                            </p:stCondLst>
                            <p:childTnLst>
                              <p:par>
                                <p:cTn id="220" nodeType="clickEffect" fill="hold" presetClass="entr" presetID="10">
                                  <p:stCondLst>
                                    <p:cond delay="0"/>
                                  </p:stCondLst>
                                  <p:childTnLst>
                                    <p:set>
                                      <p:cBhvr>
                                        <p:cTn id="221" dur="1" fill="hold">
                                          <p:stCondLst>
                                            <p:cond delay="0"/>
                                          </p:stCondLst>
                                        </p:cTn>
                                        <p:tgtEl>
                                          <p:spTgt spid="136"/>
                                        </p:tgtEl>
                                        <p:attrNameLst>
                                          <p:attrName>style.visibility</p:attrName>
                                        </p:attrNameLst>
                                      </p:cBhvr>
                                      <p:to>
                                        <p:strVal val="visible"/>
                                      </p:to>
                                    </p:set>
                                    <p:animEffect filter="fade" transition="in">
                                      <p:cBhvr additive="repl">
                                        <p:cTn id="222" dur="1000"/>
                                        <p:tgtEl>
                                          <p:spTgt spid="136"/>
                                        </p:tgtEl>
                                      </p:cBhvr>
                                    </p:animEffect>
                                  </p:childTnLst>
                                </p:cTn>
                              </p:par>
                              <p:par>
                                <p:cTn id="223" nodeType="withEffect" fill="hold" presetClass="entr" presetID="10">
                                  <p:stCondLst>
                                    <p:cond delay="0"/>
                                  </p:stCondLst>
                                  <p:childTnLst>
                                    <p:set>
                                      <p:cBhvr>
                                        <p:cTn id="224" dur="1" fill="hold">
                                          <p:stCondLst>
                                            <p:cond delay="0"/>
                                          </p:stCondLst>
                                        </p:cTn>
                                        <p:tgtEl>
                                          <p:spTgt spid="137"/>
                                        </p:tgtEl>
                                        <p:attrNameLst>
                                          <p:attrName>style.visibility</p:attrName>
                                        </p:attrNameLst>
                                      </p:cBhvr>
                                      <p:to>
                                        <p:strVal val="visible"/>
                                      </p:to>
                                    </p:set>
                                    <p:animEffect filter="fade" transition="in">
                                      <p:cBhvr additive="repl">
                                        <p:cTn id="225" dur="1000"/>
                                        <p:tgtEl>
                                          <p:spTgt spid="137"/>
                                        </p:tgtEl>
                                      </p:cBhvr>
                                    </p:animEffect>
                                  </p:childTnLst>
                                </p:cTn>
                              </p:par>
                              <p:par>
                                <p:cTn id="226" nodeType="withEffect" fill="hold" presetClass="entr" presetID="10">
                                  <p:stCondLst>
                                    <p:cond delay="0"/>
                                  </p:stCondLst>
                                  <p:childTnLst>
                                    <p:set>
                                      <p:cBhvr>
                                        <p:cTn id="227" dur="1" fill="hold">
                                          <p:stCondLst>
                                            <p:cond delay="0"/>
                                          </p:stCondLst>
                                        </p:cTn>
                                        <p:tgtEl>
                                          <p:spTgt spid="139"/>
                                        </p:tgtEl>
                                        <p:attrNameLst>
                                          <p:attrName>style.visibility</p:attrName>
                                        </p:attrNameLst>
                                      </p:cBhvr>
                                      <p:to>
                                        <p:strVal val="visible"/>
                                      </p:to>
                                    </p:set>
                                    <p:animEffect filter="fade" transition="in">
                                      <p:cBhvr additive="repl">
                                        <p:cTn id="228" dur="1000"/>
                                        <p:tgtEl>
                                          <p:spTgt spid="139"/>
                                        </p:tgtEl>
                                      </p:cBhvr>
                                    </p:animEffect>
                                  </p:childTnLst>
                                </p:cTn>
                              </p:par>
                              <p:par>
                                <p:cTn id="229" nodeType="withEffect" fill="hold" presetClass="entr" presetID="10">
                                  <p:stCondLst>
                                    <p:cond delay="0"/>
                                  </p:stCondLst>
                                  <p:childTnLst>
                                    <p:set>
                                      <p:cBhvr>
                                        <p:cTn id="230" dur="1" fill="hold">
                                          <p:stCondLst>
                                            <p:cond delay="0"/>
                                          </p:stCondLst>
                                        </p:cTn>
                                        <p:tgtEl>
                                          <p:spTgt spid="138"/>
                                        </p:tgtEl>
                                        <p:attrNameLst>
                                          <p:attrName>style.visibility</p:attrName>
                                        </p:attrNameLst>
                                      </p:cBhvr>
                                      <p:to>
                                        <p:strVal val="visible"/>
                                      </p:to>
                                    </p:set>
                                    <p:animEffect filter="fade" transition="in">
                                      <p:cBhvr additive="repl">
                                        <p:cTn id="231" dur="1000"/>
                                        <p:tgtEl>
                                          <p:spTgt spid="138"/>
                                        </p:tgtEl>
                                      </p:cBhvr>
                                    </p:animEffect>
                                  </p:childTnLst>
                                </p:cTn>
                              </p:par>
                            </p:childTnLst>
                          </p:cTn>
                        </p:par>
                      </p:childTnLst>
                    </p:cTn>
                  </p:par>
                  <p:par>
                    <p:cTn id="232" fill="hold">
                      <p:stCondLst>
                        <p:cond delay="indefinite"/>
                      </p:stCondLst>
                      <p:childTnLst>
                        <p:par>
                          <p:cTn id="233" fill="hold">
                            <p:stCondLst>
                              <p:cond delay="0"/>
                            </p:stCondLst>
                            <p:childTnLst>
                              <p:par>
                                <p:cTn id="234" nodeType="clickEffect" fill="hold" presetClass="entr" presetID="10">
                                  <p:stCondLst>
                                    <p:cond delay="0"/>
                                  </p:stCondLst>
                                  <p:childTnLst>
                                    <p:set>
                                      <p:cBhvr>
                                        <p:cTn id="235" dur="1" fill="hold">
                                          <p:stCondLst>
                                            <p:cond delay="0"/>
                                          </p:stCondLst>
                                        </p:cTn>
                                        <p:tgtEl>
                                          <p:spTgt spid="140"/>
                                        </p:tgtEl>
                                        <p:attrNameLst>
                                          <p:attrName>style.visibility</p:attrName>
                                        </p:attrNameLst>
                                      </p:cBhvr>
                                      <p:to>
                                        <p:strVal val="visible"/>
                                      </p:to>
                                    </p:set>
                                    <p:animEffect filter="fade" transition="in">
                                      <p:cBhvr additive="repl">
                                        <p:cTn id="236" dur="1000"/>
                                        <p:tgtEl>
                                          <p:spTgt spid="140"/>
                                        </p:tgtEl>
                                      </p:cBhvr>
                                    </p:animEffect>
                                  </p:childTnLst>
                                </p:cTn>
                              </p:par>
                            </p:childTnLst>
                          </p:cTn>
                        </p:par>
                      </p:childTnLst>
                    </p:cTn>
                  </p:par>
                  <p:par>
                    <p:cTn id="237" fill="hold">
                      <p:stCondLst>
                        <p:cond delay="indefinite"/>
                      </p:stCondLst>
                      <p:childTnLst>
                        <p:par>
                          <p:cTn id="238" fill="hold">
                            <p:stCondLst>
                              <p:cond delay="0"/>
                            </p:stCondLst>
                            <p:childTnLst>
                              <p:par>
                                <p:cTn id="239" nodeType="clickEffect" fill="hold" presetClass="entr" presetID="10">
                                  <p:stCondLst>
                                    <p:cond delay="0"/>
                                  </p:stCondLst>
                                  <p:childTnLst>
                                    <p:set>
                                      <p:cBhvr>
                                        <p:cTn id="240" dur="1" fill="hold">
                                          <p:stCondLst>
                                            <p:cond delay="0"/>
                                          </p:stCondLst>
                                        </p:cTn>
                                        <p:tgtEl>
                                          <p:spTgt spid="142"/>
                                        </p:tgtEl>
                                        <p:attrNameLst>
                                          <p:attrName>style.visibility</p:attrName>
                                        </p:attrNameLst>
                                      </p:cBhvr>
                                      <p:to>
                                        <p:strVal val="visible"/>
                                      </p:to>
                                    </p:set>
                                    <p:animEffect filter="fade" transition="in">
                                      <p:cBhvr additive="repl">
                                        <p:cTn id="241"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Definición</a:t>
            </a:r>
            <a:endParaRPr b="0" lang="es-ES" sz="4400" spc="-1" strike="noStrike">
              <a:solidFill>
                <a:srgbClr val="000000"/>
              </a:solidFill>
              <a:latin typeface="Arial"/>
            </a:endParaRPr>
          </a:p>
        </p:txBody>
      </p:sp>
      <p:sp>
        <p:nvSpPr>
          <p:cNvPr id="144" name="Google Shape;172;ga1f93e0ce7_0_0"/>
          <p:cNvSpPr/>
          <p:nvPr/>
        </p:nvSpPr>
        <p:spPr>
          <a:xfrm>
            <a:off x="684360" y="1653480"/>
            <a:ext cx="10307160" cy="177552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GB" sz="1700" spc="-1" strike="noStrike">
                <a:solidFill>
                  <a:schemeClr val="lt1"/>
                </a:solidFill>
                <a:latin typeface="Calibri"/>
                <a:ea typeface="Calibri"/>
              </a:rPr>
              <a:t>Los modelos ensamblados (ensemble models) combinan las decisiones de múltiples modelos para mejorar su precisión y estabilidad.</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a:lnSpc>
                <a:spcPct val="100000"/>
              </a:lnSpc>
              <a:tabLst>
                <a:tab algn="l" pos="0"/>
              </a:tabLst>
            </a:pPr>
            <a:r>
              <a:rPr b="0" lang="en-GB" sz="1700" spc="-1" strike="noStrike">
                <a:solidFill>
                  <a:schemeClr val="lt1"/>
                </a:solidFill>
                <a:latin typeface="Calibri"/>
                <a:ea typeface="Calibri"/>
              </a:rPr>
              <a:t>Se trata de modelos que se comportan muy bien y reducen bastante el variance. Este tipo de modelos son los que se suelen utilizar para ganar competiciones de Kaggle</a:t>
            </a:r>
            <a:endParaRPr b="0" lang="es-ES" sz="1700" spc="-1" strike="noStrike">
              <a:solidFill>
                <a:srgbClr val="ffffff"/>
              </a:solidFill>
              <a:latin typeface="Arial"/>
            </a:endParaRPr>
          </a:p>
        </p:txBody>
      </p:sp>
      <p:sp>
        <p:nvSpPr>
          <p:cNvPr id="145" name="Google Shape;173;ga1f93e0ce7_0_0"/>
          <p:cNvSpPr/>
          <p:nvPr/>
        </p:nvSpPr>
        <p:spPr>
          <a:xfrm>
            <a:off x="853920" y="3729960"/>
            <a:ext cx="3989160" cy="23814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2100" spc="-1" strike="noStrike">
                <a:solidFill>
                  <a:schemeClr val="lt1"/>
                </a:solidFill>
                <a:latin typeface="Calibri"/>
                <a:ea typeface="Calibri"/>
              </a:rPr>
              <a:t>Tipos de ensembles:</a:t>
            </a:r>
            <a:endParaRPr b="0" lang="es-ES" sz="2100" spc="-1" strike="noStrike">
              <a:solidFill>
                <a:srgbClr val="ffffff"/>
              </a:solidFill>
              <a:latin typeface="Arial"/>
            </a:endParaRPr>
          </a:p>
          <a:p>
            <a:pPr marL="457200" indent="-361800">
              <a:lnSpc>
                <a:spcPct val="100000"/>
              </a:lnSpc>
              <a:buClr>
                <a:srgbClr val="ffffff"/>
              </a:buClr>
              <a:buFont typeface="Calibri"/>
              <a:buAutoNum type="arabicPeriod"/>
              <a:tabLst>
                <a:tab algn="l" pos="0"/>
              </a:tabLst>
            </a:pPr>
            <a:r>
              <a:rPr b="0" lang="en-GB" sz="2100" spc="-1" strike="noStrike">
                <a:solidFill>
                  <a:schemeClr val="lt1"/>
                </a:solidFill>
                <a:latin typeface="Calibri"/>
                <a:ea typeface="Calibri"/>
              </a:rPr>
              <a:t>Bagging</a:t>
            </a:r>
            <a:endParaRPr b="0" lang="es-ES" sz="2100" spc="-1" strike="noStrike">
              <a:solidFill>
                <a:srgbClr val="ffffff"/>
              </a:solidFill>
              <a:latin typeface="Arial"/>
            </a:endParaRPr>
          </a:p>
          <a:p>
            <a:pPr lvl="1" marL="914400" indent="-361800">
              <a:lnSpc>
                <a:spcPct val="100000"/>
              </a:lnSpc>
              <a:buClr>
                <a:srgbClr val="ffffff"/>
              </a:buClr>
              <a:buFont typeface="Calibri"/>
              <a:buAutoNum type="alphaLcPeriod"/>
              <a:tabLst>
                <a:tab algn="l" pos="0"/>
              </a:tabLst>
            </a:pPr>
            <a:r>
              <a:rPr b="0" lang="en-GB" sz="2100" spc="-1" strike="noStrike">
                <a:solidFill>
                  <a:schemeClr val="lt1"/>
                </a:solidFill>
                <a:latin typeface="Calibri"/>
                <a:ea typeface="Calibri"/>
              </a:rPr>
              <a:t>Random Forest</a:t>
            </a:r>
            <a:endParaRPr b="0" lang="es-ES" sz="2100" spc="-1" strike="noStrike">
              <a:solidFill>
                <a:srgbClr val="ffffff"/>
              </a:solidFill>
              <a:latin typeface="Arial"/>
            </a:endParaRPr>
          </a:p>
          <a:p>
            <a:pPr marL="457200" indent="-361800">
              <a:lnSpc>
                <a:spcPct val="100000"/>
              </a:lnSpc>
              <a:buClr>
                <a:srgbClr val="ffffff"/>
              </a:buClr>
              <a:buFont typeface="Calibri"/>
              <a:buAutoNum type="arabicPeriod"/>
              <a:tabLst>
                <a:tab algn="l" pos="0"/>
              </a:tabLst>
            </a:pPr>
            <a:r>
              <a:rPr b="0" lang="en-GB" sz="2100" spc="-1" strike="noStrike">
                <a:solidFill>
                  <a:schemeClr val="lt1"/>
                </a:solidFill>
                <a:latin typeface="Calibri"/>
                <a:ea typeface="Calibri"/>
              </a:rPr>
              <a:t>Boosting</a:t>
            </a:r>
            <a:endParaRPr b="0" lang="es-ES" sz="2100" spc="-1" strike="noStrike">
              <a:solidFill>
                <a:srgbClr val="ffffff"/>
              </a:solidFill>
              <a:latin typeface="Arial"/>
            </a:endParaRPr>
          </a:p>
          <a:p>
            <a:pPr lvl="1" marL="914400" indent="-361800">
              <a:lnSpc>
                <a:spcPct val="100000"/>
              </a:lnSpc>
              <a:buClr>
                <a:srgbClr val="ffffff"/>
              </a:buClr>
              <a:buFont typeface="Calibri"/>
              <a:buAutoNum type="alphaLcPeriod"/>
              <a:tabLst>
                <a:tab algn="l" pos="0"/>
              </a:tabLst>
            </a:pPr>
            <a:r>
              <a:rPr b="0" lang="en-GB" sz="2100" spc="-1" strike="noStrike">
                <a:solidFill>
                  <a:schemeClr val="lt1"/>
                </a:solidFill>
                <a:latin typeface="Calibri"/>
                <a:ea typeface="Arial"/>
              </a:rPr>
              <a:t>AdaBoost</a:t>
            </a:r>
            <a:endParaRPr b="0" lang="es-ES" sz="2100" spc="-1" strike="noStrike">
              <a:solidFill>
                <a:srgbClr val="ffffff"/>
              </a:solidFill>
              <a:latin typeface="Arial"/>
            </a:endParaRPr>
          </a:p>
          <a:p>
            <a:pPr lvl="1" marL="914400" indent="-361800">
              <a:lnSpc>
                <a:spcPct val="100000"/>
              </a:lnSpc>
              <a:buClr>
                <a:srgbClr val="ffffff"/>
              </a:buClr>
              <a:buFont typeface="Calibri"/>
              <a:buAutoNum type="alphaLcPeriod"/>
              <a:tabLst>
                <a:tab algn="l" pos="0"/>
              </a:tabLst>
            </a:pPr>
            <a:r>
              <a:rPr b="0" lang="en-GB" sz="2100" spc="-1" strike="noStrike">
                <a:solidFill>
                  <a:schemeClr val="lt1"/>
                </a:solidFill>
                <a:latin typeface="Calibri"/>
                <a:ea typeface="Arial"/>
              </a:rPr>
              <a:t>GradientBoost</a:t>
            </a:r>
            <a:endParaRPr b="0" lang="es-ES" sz="2100" spc="-1" strike="noStrike">
              <a:solidFill>
                <a:srgbClr val="ffffff"/>
              </a:solidFill>
              <a:latin typeface="Arial"/>
            </a:endParaRPr>
          </a:p>
          <a:p>
            <a:pPr lvl="1" marL="914400" indent="-361800">
              <a:lnSpc>
                <a:spcPct val="100000"/>
              </a:lnSpc>
              <a:buClr>
                <a:srgbClr val="ffffff"/>
              </a:buClr>
              <a:buFont typeface="Calibri"/>
              <a:buAutoNum type="alphaLcPeriod"/>
              <a:tabLst>
                <a:tab algn="l" pos="0"/>
              </a:tabLst>
            </a:pPr>
            <a:r>
              <a:rPr b="0" lang="en-GB" sz="2100" spc="-1" strike="noStrike">
                <a:solidFill>
                  <a:schemeClr val="lt1"/>
                </a:solidFill>
                <a:latin typeface="Calibri"/>
                <a:ea typeface="Arial"/>
              </a:rPr>
              <a:t>XGBoost</a:t>
            </a:r>
            <a:endParaRPr b="0" lang="es-ES" sz="2100" spc="-1" strike="noStrike">
              <a:solidFill>
                <a:srgbClr val="ffffff"/>
              </a:solidFill>
              <a:latin typeface="Arial"/>
            </a:endParaRPr>
          </a:p>
        </p:txBody>
      </p:sp>
      <p:pic>
        <p:nvPicPr>
          <p:cNvPr id="146" name="Google Shape;174;ga1f93e0ce7_0_0" descr=""/>
          <p:cNvPicPr/>
          <p:nvPr/>
        </p:nvPicPr>
        <p:blipFill>
          <a:blip r:embed="rId1"/>
          <a:stretch/>
        </p:blipFill>
        <p:spPr>
          <a:xfrm>
            <a:off x="5173200" y="3581280"/>
            <a:ext cx="5538240" cy="31237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Tipos de Ensembles</a:t>
            </a:r>
            <a:endParaRPr b="0" lang="es-ES" sz="4400" spc="-1" strike="noStrike">
              <a:solidFill>
                <a:srgbClr val="000000"/>
              </a:solidFill>
              <a:latin typeface="Arial"/>
            </a:endParaRPr>
          </a:p>
        </p:txBody>
      </p:sp>
      <p:sp>
        <p:nvSpPr>
          <p:cNvPr id="148" name="CuadroTexto 2"/>
          <p:cNvSpPr/>
          <p:nvPr/>
        </p:nvSpPr>
        <p:spPr>
          <a:xfrm>
            <a:off x="2991600" y="1953000"/>
            <a:ext cx="2680560" cy="6080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Votación</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Varios modelos trabajan en paralelo y se agregan sus outputs</a:t>
            </a:r>
            <a:endParaRPr b="0" lang="es-ES" sz="1100" spc="-1" strike="noStrike">
              <a:solidFill>
                <a:srgbClr val="ffffff"/>
              </a:solidFill>
              <a:latin typeface="Arial"/>
            </a:endParaRPr>
          </a:p>
        </p:txBody>
      </p:sp>
      <p:sp>
        <p:nvSpPr>
          <p:cNvPr id="149" name="CuadroTexto 12"/>
          <p:cNvSpPr/>
          <p:nvPr/>
        </p:nvSpPr>
        <p:spPr>
          <a:xfrm>
            <a:off x="1180800" y="2996640"/>
            <a:ext cx="315108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Mismos modelos</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Cada modelo del sistema de votación es del mismo tipo (DecissionTree, LogisticRegression…)</a:t>
            </a:r>
            <a:endParaRPr b="0" lang="es-ES" sz="1100" spc="-1" strike="noStrike">
              <a:solidFill>
                <a:srgbClr val="ffffff"/>
              </a:solidFill>
              <a:latin typeface="Arial"/>
            </a:endParaRPr>
          </a:p>
        </p:txBody>
      </p:sp>
      <p:sp>
        <p:nvSpPr>
          <p:cNvPr id="150" name="CuadroTexto 13"/>
          <p:cNvSpPr/>
          <p:nvPr/>
        </p:nvSpPr>
        <p:spPr>
          <a:xfrm>
            <a:off x="4332240" y="3016080"/>
            <a:ext cx="3151080" cy="6080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Distintos modelos (Voting)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Se combinan modelos de varios tipos para conformar el sistema de votaciones</a:t>
            </a:r>
            <a:endParaRPr b="0" lang="es-ES" sz="1100" spc="-1" strike="noStrike">
              <a:solidFill>
                <a:srgbClr val="ffffff"/>
              </a:solidFill>
              <a:latin typeface="Arial"/>
            </a:endParaRPr>
          </a:p>
        </p:txBody>
      </p:sp>
      <p:sp>
        <p:nvSpPr>
          <p:cNvPr id="151" name="CuadroTexto 14"/>
          <p:cNvSpPr/>
          <p:nvPr/>
        </p:nvSpPr>
        <p:spPr>
          <a:xfrm>
            <a:off x="190800" y="4532760"/>
            <a:ext cx="256536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Bagging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El muestreo para los modelos del ensemble se realiza mediante reemplazamiento (bootstrapping)</a:t>
            </a:r>
            <a:endParaRPr b="0" lang="es-ES" sz="1100" spc="-1" strike="noStrike">
              <a:solidFill>
                <a:srgbClr val="ffffff"/>
              </a:solidFill>
              <a:latin typeface="Arial"/>
            </a:endParaRPr>
          </a:p>
        </p:txBody>
      </p:sp>
      <p:sp>
        <p:nvSpPr>
          <p:cNvPr id="152" name="CuadroTexto 15"/>
          <p:cNvSpPr/>
          <p:nvPr/>
        </p:nvSpPr>
        <p:spPr>
          <a:xfrm>
            <a:off x="2756520" y="4519800"/>
            <a:ext cx="256536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Pasting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El muestreo para los modelos del ensemble se realiza SIN mediante reemplazamiento</a:t>
            </a:r>
            <a:endParaRPr b="0" lang="es-ES" sz="1100" spc="-1" strike="noStrike">
              <a:solidFill>
                <a:srgbClr val="ffffff"/>
              </a:solidFill>
              <a:latin typeface="Arial"/>
            </a:endParaRPr>
          </a:p>
        </p:txBody>
      </p:sp>
      <p:sp>
        <p:nvSpPr>
          <p:cNvPr id="153" name="CuadroTexto 16"/>
          <p:cNvSpPr/>
          <p:nvPr/>
        </p:nvSpPr>
        <p:spPr>
          <a:xfrm>
            <a:off x="8353080" y="1997640"/>
            <a:ext cx="268056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Secuenciales o Boosting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El output del primer modelo sirve de input para el siguiente, que corregirá los errores del anterior.</a:t>
            </a:r>
            <a:endParaRPr b="0" lang="es-ES" sz="1100" spc="-1" strike="noStrike">
              <a:solidFill>
                <a:srgbClr val="ffffff"/>
              </a:solidFill>
              <a:latin typeface="Arial"/>
            </a:endParaRPr>
          </a:p>
        </p:txBody>
      </p:sp>
      <p:cxnSp>
        <p:nvCxnSpPr>
          <p:cNvPr id="154" name="Conector recto de flecha 4"/>
          <p:cNvCxnSpPr/>
          <p:nvPr/>
        </p:nvCxnSpPr>
        <p:spPr>
          <a:xfrm flipH="1">
            <a:off x="2991600" y="2613600"/>
            <a:ext cx="905760" cy="252720"/>
          </a:xfrm>
          <a:prstGeom prst="straightConnector1">
            <a:avLst/>
          </a:prstGeom>
          <a:ln w="28575">
            <a:solidFill>
              <a:srgbClr val="ffffff">
                <a:lumMod val="95000"/>
              </a:srgbClr>
            </a:solidFill>
            <a:round/>
            <a:tailEnd len="med" type="triangle" w="med"/>
          </a:ln>
        </p:spPr>
      </p:cxnSp>
      <p:cxnSp>
        <p:nvCxnSpPr>
          <p:cNvPr id="155" name="Conector recto de flecha 19"/>
          <p:cNvCxnSpPr/>
          <p:nvPr/>
        </p:nvCxnSpPr>
        <p:spPr>
          <a:xfrm>
            <a:off x="5070240" y="2613600"/>
            <a:ext cx="602280" cy="298080"/>
          </a:xfrm>
          <a:prstGeom prst="straightConnector1">
            <a:avLst/>
          </a:prstGeom>
          <a:ln w="28575">
            <a:solidFill>
              <a:srgbClr val="ffffff">
                <a:lumMod val="95000"/>
              </a:srgbClr>
            </a:solidFill>
            <a:round/>
            <a:tailEnd len="med" type="triangle" w="med"/>
          </a:ln>
        </p:spPr>
      </p:cxnSp>
      <p:cxnSp>
        <p:nvCxnSpPr>
          <p:cNvPr id="156" name="Conector recto de flecha 21"/>
          <p:cNvCxnSpPr/>
          <p:nvPr/>
        </p:nvCxnSpPr>
        <p:spPr>
          <a:xfrm>
            <a:off x="3295080" y="3859200"/>
            <a:ext cx="602280" cy="555840"/>
          </a:xfrm>
          <a:prstGeom prst="straightConnector1">
            <a:avLst/>
          </a:prstGeom>
          <a:ln w="28575">
            <a:solidFill>
              <a:srgbClr val="ffffff">
                <a:lumMod val="95000"/>
              </a:srgbClr>
            </a:solidFill>
            <a:round/>
            <a:tailEnd len="med" type="triangle" w="med"/>
          </a:ln>
        </p:spPr>
      </p:cxnSp>
      <p:cxnSp>
        <p:nvCxnSpPr>
          <p:cNvPr id="157" name="Conector recto de flecha 23"/>
          <p:cNvCxnSpPr/>
          <p:nvPr/>
        </p:nvCxnSpPr>
        <p:spPr>
          <a:xfrm flipH="1">
            <a:off x="1473480" y="3821040"/>
            <a:ext cx="593640" cy="568440"/>
          </a:xfrm>
          <a:prstGeom prst="straightConnector1">
            <a:avLst/>
          </a:prstGeom>
          <a:ln w="28575">
            <a:solidFill>
              <a:srgbClr val="ffffff">
                <a:lumMod val="95000"/>
              </a:srgbClr>
            </a:solidFill>
            <a:round/>
            <a:tailEnd len="med" type="triangle" w="med"/>
          </a:ln>
        </p:spPr>
      </p:cxnSp>
      <p:sp>
        <p:nvSpPr>
          <p:cNvPr id="158" name="CuadroTexto 25"/>
          <p:cNvSpPr/>
          <p:nvPr/>
        </p:nvSpPr>
        <p:spPr>
          <a:xfrm>
            <a:off x="6256440" y="5821560"/>
            <a:ext cx="5113440" cy="45540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s-ES" sz="1200" spc="-1" strike="noStrike" u="sng">
                <a:solidFill>
                  <a:schemeClr val="lt1"/>
                </a:solidFill>
                <a:uFillTx/>
                <a:latin typeface="Arial"/>
                <a:ea typeface="Arial"/>
              </a:rPr>
              <a:t>Para todos los modelos vistos en esta presentación tenemos las versiones de clasificación y regresión en sklearn</a:t>
            </a:r>
            <a:endParaRPr b="0" lang="es-E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2276640" y="2330280"/>
            <a:ext cx="7638480" cy="21974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GB" sz="4400" spc="-1" strike="noStrike">
                <a:solidFill>
                  <a:srgbClr val="ff0000"/>
                </a:solidFill>
                <a:latin typeface="Calibri"/>
                <a:ea typeface="Calibri"/>
              </a:rPr>
              <a:t>Votación</a:t>
            </a: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Algoritmos de votación</a:t>
            </a:r>
            <a:endParaRPr b="0" lang="es-ES" sz="4400" spc="-1" strike="noStrike">
              <a:solidFill>
                <a:srgbClr val="000000"/>
              </a:solidFill>
              <a:latin typeface="Arial"/>
            </a:endParaRPr>
          </a:p>
        </p:txBody>
      </p:sp>
      <p:sp>
        <p:nvSpPr>
          <p:cNvPr id="161" name="CuadroTexto 2"/>
          <p:cNvSpPr/>
          <p:nvPr/>
        </p:nvSpPr>
        <p:spPr>
          <a:xfrm>
            <a:off x="2991600" y="1953000"/>
            <a:ext cx="2680560" cy="6080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Votación</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Varios modelos trabajan en paralelo y se agregan sus outputs</a:t>
            </a:r>
            <a:endParaRPr b="0" lang="es-ES" sz="1100" spc="-1" strike="noStrike">
              <a:solidFill>
                <a:srgbClr val="ffffff"/>
              </a:solidFill>
              <a:latin typeface="Arial"/>
            </a:endParaRPr>
          </a:p>
        </p:txBody>
      </p:sp>
      <p:sp>
        <p:nvSpPr>
          <p:cNvPr id="162" name="CuadroTexto 12"/>
          <p:cNvSpPr/>
          <p:nvPr/>
        </p:nvSpPr>
        <p:spPr>
          <a:xfrm>
            <a:off x="1180800" y="2996640"/>
            <a:ext cx="315108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Mismos modelos</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Cada modelo del sistema de votación es del mismo tipo (DecissionTree, LogisticRegression…)</a:t>
            </a:r>
            <a:endParaRPr b="0" lang="es-ES" sz="1100" spc="-1" strike="noStrike">
              <a:solidFill>
                <a:srgbClr val="ffffff"/>
              </a:solidFill>
              <a:latin typeface="Arial"/>
            </a:endParaRPr>
          </a:p>
        </p:txBody>
      </p:sp>
      <p:sp>
        <p:nvSpPr>
          <p:cNvPr id="163" name="CuadroTexto 13"/>
          <p:cNvSpPr/>
          <p:nvPr/>
        </p:nvSpPr>
        <p:spPr>
          <a:xfrm>
            <a:off x="4332240" y="3016080"/>
            <a:ext cx="3151080" cy="6080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Distintos modelos (Voting)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Se combinan modelos de varios tipos para conformar el sistema de votaciones</a:t>
            </a:r>
            <a:endParaRPr b="0" lang="es-ES" sz="1100" spc="-1" strike="noStrike">
              <a:solidFill>
                <a:srgbClr val="ffffff"/>
              </a:solidFill>
              <a:latin typeface="Arial"/>
            </a:endParaRPr>
          </a:p>
        </p:txBody>
      </p:sp>
      <p:sp>
        <p:nvSpPr>
          <p:cNvPr id="164" name="CuadroTexto 14"/>
          <p:cNvSpPr/>
          <p:nvPr/>
        </p:nvSpPr>
        <p:spPr>
          <a:xfrm>
            <a:off x="190800" y="4532760"/>
            <a:ext cx="256536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Bagging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El muestreo para los modelos del ensemble se realiza mediante reemplazamiento</a:t>
            </a:r>
            <a:endParaRPr b="0" lang="es-ES" sz="1100" spc="-1" strike="noStrike">
              <a:solidFill>
                <a:srgbClr val="ffffff"/>
              </a:solidFill>
              <a:latin typeface="Arial"/>
            </a:endParaRPr>
          </a:p>
        </p:txBody>
      </p:sp>
      <p:sp>
        <p:nvSpPr>
          <p:cNvPr id="165" name="CuadroTexto 15"/>
          <p:cNvSpPr/>
          <p:nvPr/>
        </p:nvSpPr>
        <p:spPr>
          <a:xfrm>
            <a:off x="2756520" y="4519800"/>
            <a:ext cx="2565360" cy="775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200" spc="-1" strike="noStrike">
                <a:solidFill>
                  <a:schemeClr val="lt1"/>
                </a:solidFill>
                <a:latin typeface="Arial"/>
                <a:ea typeface="Arial"/>
              </a:rPr>
              <a:t>Pasting</a:t>
            </a:r>
            <a:endParaRPr b="0" lang="es-ES" sz="1200" spc="-1" strike="noStrike">
              <a:solidFill>
                <a:srgbClr val="ffffff"/>
              </a:solidFill>
              <a:latin typeface="Arial"/>
            </a:endParaRPr>
          </a:p>
          <a:p>
            <a:pPr algn="ctr">
              <a:lnSpc>
                <a:spcPct val="100000"/>
              </a:lnSpc>
            </a:pPr>
            <a:r>
              <a:rPr b="0" i="1" lang="es-ES" sz="1100" spc="-1" strike="noStrike">
                <a:solidFill>
                  <a:schemeClr val="lt1"/>
                </a:solidFill>
                <a:latin typeface="Arial"/>
                <a:ea typeface="Arial"/>
              </a:rPr>
              <a:t>El muestreo para los modelos del ensemble se realiza SIN mediante reemplazamiento</a:t>
            </a:r>
            <a:endParaRPr b="0" lang="es-ES" sz="1100" spc="-1" strike="noStrike">
              <a:solidFill>
                <a:srgbClr val="ffffff"/>
              </a:solidFill>
              <a:latin typeface="Arial"/>
            </a:endParaRPr>
          </a:p>
        </p:txBody>
      </p:sp>
      <p:cxnSp>
        <p:nvCxnSpPr>
          <p:cNvPr id="166" name="Conector recto de flecha 4"/>
          <p:cNvCxnSpPr/>
          <p:nvPr/>
        </p:nvCxnSpPr>
        <p:spPr>
          <a:xfrm flipH="1">
            <a:off x="2991600" y="2613600"/>
            <a:ext cx="905760" cy="252720"/>
          </a:xfrm>
          <a:prstGeom prst="straightConnector1">
            <a:avLst/>
          </a:prstGeom>
          <a:ln w="28575">
            <a:solidFill>
              <a:srgbClr val="ffffff">
                <a:lumMod val="95000"/>
              </a:srgbClr>
            </a:solidFill>
            <a:round/>
            <a:tailEnd len="med" type="triangle" w="med"/>
          </a:ln>
        </p:spPr>
      </p:cxnSp>
      <p:cxnSp>
        <p:nvCxnSpPr>
          <p:cNvPr id="167" name="Conector recto de flecha 19"/>
          <p:cNvCxnSpPr/>
          <p:nvPr/>
        </p:nvCxnSpPr>
        <p:spPr>
          <a:xfrm>
            <a:off x="5070240" y="2613600"/>
            <a:ext cx="602280" cy="298080"/>
          </a:xfrm>
          <a:prstGeom prst="straightConnector1">
            <a:avLst/>
          </a:prstGeom>
          <a:ln w="28575">
            <a:solidFill>
              <a:srgbClr val="ffffff">
                <a:lumMod val="95000"/>
              </a:srgbClr>
            </a:solidFill>
            <a:round/>
            <a:tailEnd len="med" type="triangle" w="med"/>
          </a:ln>
        </p:spPr>
      </p:cxnSp>
      <p:cxnSp>
        <p:nvCxnSpPr>
          <p:cNvPr id="168" name="Conector recto de flecha 21"/>
          <p:cNvCxnSpPr/>
          <p:nvPr/>
        </p:nvCxnSpPr>
        <p:spPr>
          <a:xfrm>
            <a:off x="3295080" y="3859200"/>
            <a:ext cx="602280" cy="555840"/>
          </a:xfrm>
          <a:prstGeom prst="straightConnector1">
            <a:avLst/>
          </a:prstGeom>
          <a:ln w="28575">
            <a:solidFill>
              <a:srgbClr val="ffffff">
                <a:lumMod val="95000"/>
              </a:srgbClr>
            </a:solidFill>
            <a:round/>
            <a:tailEnd len="med" type="triangle" w="med"/>
          </a:ln>
        </p:spPr>
      </p:cxnSp>
      <p:cxnSp>
        <p:nvCxnSpPr>
          <p:cNvPr id="169" name="Conector recto de flecha 23"/>
          <p:cNvCxnSpPr/>
          <p:nvPr/>
        </p:nvCxnSpPr>
        <p:spPr>
          <a:xfrm flipH="1">
            <a:off x="1473480" y="3821040"/>
            <a:ext cx="593640" cy="568440"/>
          </a:xfrm>
          <a:prstGeom prst="straightConnector1">
            <a:avLst/>
          </a:prstGeom>
          <a:ln w="28575">
            <a:solidFill>
              <a:srgbClr val="ffffff">
                <a:lumMod val="95000"/>
              </a:srgbClr>
            </a:solidFill>
            <a:round/>
            <a:tailEnd len="med" type="triangle" w="med"/>
          </a:ln>
        </p:spPr>
      </p:cxnSp>
      <p:sp>
        <p:nvSpPr>
          <p:cNvPr id="170" name="Google Shape;199;ga1f93e0ce7_0_93"/>
          <p:cNvSpPr/>
          <p:nvPr/>
        </p:nvSpPr>
        <p:spPr>
          <a:xfrm>
            <a:off x="7981200" y="1653480"/>
            <a:ext cx="3010680" cy="386820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1" lang="es-ES" sz="1600" spc="-1" strike="noStrike" u="sng">
                <a:solidFill>
                  <a:schemeClr val="lt1"/>
                </a:solidFill>
                <a:uFillTx/>
                <a:latin typeface="Calibri"/>
                <a:ea typeface="Calibri"/>
              </a:rPr>
              <a:t>Sklearn</a:t>
            </a:r>
            <a:endParaRPr b="0" lang="es-ES" sz="1600" spc="-1" strike="noStrike">
              <a:solidFill>
                <a:srgbClr val="ffffff"/>
              </a:solidFill>
              <a:latin typeface="Arial"/>
            </a:endParaRPr>
          </a:p>
          <a:p>
            <a:pPr algn="ctr">
              <a:lnSpc>
                <a:spcPct val="100000"/>
              </a:lnSpc>
              <a:tabLst>
                <a:tab algn="l" pos="0"/>
              </a:tabLst>
            </a:pPr>
            <a:r>
              <a:rPr b="0" i="1" lang="es-ES" sz="1600" spc="-1" strike="noStrike">
                <a:solidFill>
                  <a:schemeClr val="lt1"/>
                </a:solidFill>
                <a:latin typeface="Calibri"/>
                <a:ea typeface="Calibri"/>
              </a:rPr>
              <a:t>Voting</a:t>
            </a:r>
            <a:endParaRPr b="0" lang="es-ES" sz="16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VotingClassifier</a:t>
            </a:r>
            <a:endParaRPr b="0" lang="es-ES" sz="12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VotingRegressor</a:t>
            </a: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r>
              <a:rPr b="0" i="1" lang="es-ES" sz="1600" spc="-1" strike="noStrike">
                <a:solidFill>
                  <a:schemeClr val="lt1"/>
                </a:solidFill>
                <a:latin typeface="Calibri"/>
                <a:ea typeface="Calibri"/>
              </a:rPr>
              <a:t>Bagging</a:t>
            </a:r>
            <a:endParaRPr b="0" lang="es-ES" sz="16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BaggingClassifier</a:t>
            </a:r>
            <a:endParaRPr b="0" lang="es-ES" sz="12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BaggingRegressor</a:t>
            </a: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RandomForestClassifier</a:t>
            </a:r>
            <a:endParaRPr b="0" lang="es-ES" sz="12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RandomForestRegressor</a:t>
            </a: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r>
              <a:rPr b="0" i="1" lang="es-ES" sz="1600" spc="-1" strike="noStrike">
                <a:solidFill>
                  <a:schemeClr val="lt1"/>
                </a:solidFill>
                <a:latin typeface="Calibri"/>
                <a:ea typeface="Calibri"/>
              </a:rPr>
              <a:t>Pasting</a:t>
            </a:r>
            <a:endParaRPr b="0" lang="es-ES" sz="16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BaggingClassifier</a:t>
            </a:r>
            <a:endParaRPr b="0" lang="es-ES" sz="1200" spc="-1" strike="noStrike">
              <a:solidFill>
                <a:srgbClr val="ffffff"/>
              </a:solidFill>
              <a:latin typeface="Arial"/>
            </a:endParaRPr>
          </a:p>
          <a:p>
            <a:pPr algn="ctr">
              <a:lnSpc>
                <a:spcPct val="100000"/>
              </a:lnSpc>
              <a:tabLst>
                <a:tab algn="l" pos="0"/>
              </a:tabLst>
            </a:pPr>
            <a:r>
              <a:rPr b="0" lang="es-ES" sz="1200" spc="-1" strike="noStrike">
                <a:solidFill>
                  <a:schemeClr val="lt1"/>
                </a:solidFill>
                <a:latin typeface="Calibri"/>
                <a:ea typeface="Calibri"/>
              </a:rPr>
              <a:t>BaggingRegressor</a:t>
            </a: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a:p>
            <a:pPr algn="ctr">
              <a:lnSpc>
                <a:spcPct val="100000"/>
              </a:lnSpc>
              <a:tabLst>
                <a:tab algn="l" pos="0"/>
              </a:tabLst>
            </a:pPr>
            <a:endParaRPr b="0" lang="es-E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18320" y="535680"/>
            <a:ext cx="88498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¿Cómo se realizan las predicciones?</a:t>
            </a:r>
            <a:endParaRPr b="0" lang="es-ES" sz="4400" spc="-1" strike="noStrike">
              <a:solidFill>
                <a:srgbClr val="000000"/>
              </a:solidFill>
              <a:latin typeface="Arial"/>
            </a:endParaRPr>
          </a:p>
        </p:txBody>
      </p:sp>
      <p:sp>
        <p:nvSpPr>
          <p:cNvPr id="172" name="CuadroTexto 2"/>
          <p:cNvSpPr/>
          <p:nvPr/>
        </p:nvSpPr>
        <p:spPr>
          <a:xfrm>
            <a:off x="855720" y="1813320"/>
            <a:ext cx="2680560" cy="440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ES" sz="1200" spc="-1" strike="noStrike">
                <a:solidFill>
                  <a:schemeClr val="lt1"/>
                </a:solidFill>
                <a:latin typeface="Arial"/>
                <a:ea typeface="Arial"/>
              </a:rPr>
              <a:t>Clasificación – Hard voting</a:t>
            </a:r>
            <a:endParaRPr b="0" lang="es-ES" sz="1200" spc="-1" strike="noStrike">
              <a:solidFill>
                <a:srgbClr val="ffffff"/>
              </a:solidFill>
              <a:latin typeface="Arial"/>
            </a:endParaRPr>
          </a:p>
          <a:p>
            <a:pPr>
              <a:lnSpc>
                <a:spcPct val="100000"/>
              </a:lnSpc>
            </a:pPr>
            <a:r>
              <a:rPr b="0" i="1" lang="es-ES" sz="1100" spc="-1" strike="noStrike">
                <a:solidFill>
                  <a:schemeClr val="lt1"/>
                </a:solidFill>
                <a:latin typeface="Arial"/>
                <a:ea typeface="Arial"/>
              </a:rPr>
              <a:t>Se calcula la moda</a:t>
            </a:r>
            <a:endParaRPr b="0" lang="es-ES" sz="1100" spc="-1" strike="noStrike">
              <a:solidFill>
                <a:srgbClr val="ffffff"/>
              </a:solidFill>
              <a:latin typeface="Arial"/>
            </a:endParaRPr>
          </a:p>
        </p:txBody>
      </p:sp>
      <p:sp>
        <p:nvSpPr>
          <p:cNvPr id="173" name="CuadroTexto 16"/>
          <p:cNvSpPr/>
          <p:nvPr/>
        </p:nvSpPr>
        <p:spPr>
          <a:xfrm>
            <a:off x="7113600" y="1780920"/>
            <a:ext cx="3040200" cy="608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ES" sz="1200" spc="-1" strike="noStrike">
                <a:solidFill>
                  <a:schemeClr val="lt1"/>
                </a:solidFill>
                <a:latin typeface="Arial"/>
                <a:ea typeface="Arial"/>
              </a:rPr>
              <a:t>Clasificación – Soft Voting</a:t>
            </a:r>
            <a:endParaRPr b="0" lang="es-ES" sz="1200" spc="-1" strike="noStrike">
              <a:solidFill>
                <a:srgbClr val="ffffff"/>
              </a:solidFill>
              <a:latin typeface="Arial"/>
            </a:endParaRPr>
          </a:p>
          <a:p>
            <a:pPr>
              <a:lnSpc>
                <a:spcPct val="100000"/>
              </a:lnSpc>
            </a:pPr>
            <a:r>
              <a:rPr b="0" i="1" lang="es-ES" sz="1100" spc="-1" strike="noStrike">
                <a:solidFill>
                  <a:schemeClr val="lt1"/>
                </a:solidFill>
                <a:latin typeface="Arial"/>
                <a:ea typeface="Arial"/>
              </a:rPr>
              <a:t>La clase que tenga la probabilidad más alta dentro de los outputs de todos los modelos</a:t>
            </a:r>
            <a:endParaRPr b="0" lang="es-ES" sz="1100" spc="-1" strike="noStrike">
              <a:solidFill>
                <a:srgbClr val="ffffff"/>
              </a:solidFill>
              <a:latin typeface="Arial"/>
            </a:endParaRPr>
          </a:p>
        </p:txBody>
      </p:sp>
      <p:sp>
        <p:nvSpPr>
          <p:cNvPr id="174" name="CuadroTexto 18"/>
          <p:cNvSpPr/>
          <p:nvPr/>
        </p:nvSpPr>
        <p:spPr>
          <a:xfrm>
            <a:off x="4114080" y="4291560"/>
            <a:ext cx="2680560" cy="608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ES" sz="1200" spc="-1" strike="noStrike">
                <a:solidFill>
                  <a:schemeClr val="lt1"/>
                </a:solidFill>
                <a:latin typeface="Arial"/>
                <a:ea typeface="Arial"/>
              </a:rPr>
              <a:t>Regresión</a:t>
            </a:r>
            <a:endParaRPr b="0" lang="es-ES" sz="1200" spc="-1" strike="noStrike">
              <a:solidFill>
                <a:srgbClr val="ffffff"/>
              </a:solidFill>
              <a:latin typeface="Arial"/>
            </a:endParaRPr>
          </a:p>
          <a:p>
            <a:pPr>
              <a:lnSpc>
                <a:spcPct val="100000"/>
              </a:lnSpc>
            </a:pPr>
            <a:r>
              <a:rPr b="0" i="1" lang="es-ES" sz="1100" spc="-1" strike="noStrike">
                <a:solidFill>
                  <a:schemeClr val="lt1"/>
                </a:solidFill>
                <a:latin typeface="Arial"/>
                <a:ea typeface="Arial"/>
              </a:rPr>
              <a:t>Se calcula la media de todos los outputs</a:t>
            </a:r>
            <a:endParaRPr b="0" lang="es-ES" sz="1100" spc="-1" strike="noStrike">
              <a:solidFill>
                <a:srgbClr val="ffffff"/>
              </a:solidFill>
              <a:latin typeface="Arial"/>
            </a:endParaRPr>
          </a:p>
        </p:txBody>
      </p:sp>
      <p:sp>
        <p:nvSpPr>
          <p:cNvPr id="175" name="Rectángulo 1"/>
          <p:cNvSpPr/>
          <p:nvPr/>
        </p:nvSpPr>
        <p:spPr>
          <a:xfrm>
            <a:off x="93564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1</a:t>
            </a:r>
            <a:endParaRPr b="0" lang="es-ES" sz="1000" spc="-1" strike="noStrike">
              <a:solidFill>
                <a:srgbClr val="ffffff"/>
              </a:solidFill>
              <a:latin typeface="Arial"/>
            </a:endParaRPr>
          </a:p>
        </p:txBody>
      </p:sp>
      <p:sp>
        <p:nvSpPr>
          <p:cNvPr id="176" name="Rectángulo 20"/>
          <p:cNvSpPr/>
          <p:nvPr/>
        </p:nvSpPr>
        <p:spPr>
          <a:xfrm>
            <a:off x="175248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2</a:t>
            </a:r>
            <a:endParaRPr b="0" lang="es-ES" sz="1000" spc="-1" strike="noStrike">
              <a:solidFill>
                <a:srgbClr val="ffffff"/>
              </a:solidFill>
              <a:latin typeface="Arial"/>
            </a:endParaRPr>
          </a:p>
        </p:txBody>
      </p:sp>
      <p:sp>
        <p:nvSpPr>
          <p:cNvPr id="177" name="Rectángulo 22"/>
          <p:cNvSpPr/>
          <p:nvPr/>
        </p:nvSpPr>
        <p:spPr>
          <a:xfrm>
            <a:off x="256932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3</a:t>
            </a:r>
            <a:endParaRPr b="0" lang="es-ES" sz="1000" spc="-1" strike="noStrike">
              <a:solidFill>
                <a:srgbClr val="ffffff"/>
              </a:solidFill>
              <a:latin typeface="Arial"/>
            </a:endParaRPr>
          </a:p>
        </p:txBody>
      </p:sp>
      <p:sp>
        <p:nvSpPr>
          <p:cNvPr id="178" name="Rectángulo 24"/>
          <p:cNvSpPr/>
          <p:nvPr/>
        </p:nvSpPr>
        <p:spPr>
          <a:xfrm>
            <a:off x="338616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4</a:t>
            </a:r>
            <a:endParaRPr b="0" lang="es-ES" sz="1000" spc="-1" strike="noStrike">
              <a:solidFill>
                <a:srgbClr val="ffffff"/>
              </a:solidFill>
              <a:latin typeface="Arial"/>
            </a:endParaRPr>
          </a:p>
        </p:txBody>
      </p:sp>
      <p:cxnSp>
        <p:nvCxnSpPr>
          <p:cNvPr id="179" name="Conector recto de flecha 5"/>
          <p:cNvCxnSpPr/>
          <p:nvPr/>
        </p:nvCxnSpPr>
        <p:spPr>
          <a:xfrm>
            <a:off x="1299600" y="2754000"/>
            <a:ext cx="360" cy="234000"/>
          </a:xfrm>
          <a:prstGeom prst="straightConnector1">
            <a:avLst/>
          </a:prstGeom>
          <a:ln>
            <a:solidFill>
              <a:srgbClr val="f90000"/>
            </a:solidFill>
            <a:round/>
            <a:tailEnd len="med" type="triangle" w="med"/>
          </a:ln>
        </p:spPr>
      </p:cxnSp>
      <p:sp>
        <p:nvSpPr>
          <p:cNvPr id="180" name="CuadroTexto 6"/>
          <p:cNvSpPr/>
          <p:nvPr/>
        </p:nvSpPr>
        <p:spPr>
          <a:xfrm>
            <a:off x="1020240" y="303228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Correo SPAM</a:t>
            </a:r>
            <a:endParaRPr b="0" lang="es-ES" sz="800" spc="-1" strike="noStrike">
              <a:solidFill>
                <a:srgbClr val="ffffff"/>
              </a:solidFill>
              <a:latin typeface="Arial"/>
            </a:endParaRPr>
          </a:p>
        </p:txBody>
      </p:sp>
      <p:sp>
        <p:nvSpPr>
          <p:cNvPr id="181" name="CuadroTexto 25"/>
          <p:cNvSpPr/>
          <p:nvPr/>
        </p:nvSpPr>
        <p:spPr>
          <a:xfrm>
            <a:off x="1836720" y="303228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Correo SPAM</a:t>
            </a:r>
            <a:endParaRPr b="0" lang="es-ES" sz="800" spc="-1" strike="noStrike">
              <a:solidFill>
                <a:srgbClr val="ffffff"/>
              </a:solidFill>
              <a:latin typeface="Arial"/>
            </a:endParaRPr>
          </a:p>
        </p:txBody>
      </p:sp>
      <p:sp>
        <p:nvSpPr>
          <p:cNvPr id="182" name="CuadroTexto 26"/>
          <p:cNvSpPr/>
          <p:nvPr/>
        </p:nvSpPr>
        <p:spPr>
          <a:xfrm>
            <a:off x="2653560" y="303552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Correo SPAM</a:t>
            </a:r>
            <a:endParaRPr b="0" lang="es-ES" sz="800" spc="-1" strike="noStrike">
              <a:solidFill>
                <a:srgbClr val="ffffff"/>
              </a:solidFill>
              <a:latin typeface="Arial"/>
            </a:endParaRPr>
          </a:p>
        </p:txBody>
      </p:sp>
      <p:sp>
        <p:nvSpPr>
          <p:cNvPr id="183" name="CuadroTexto 27"/>
          <p:cNvSpPr/>
          <p:nvPr/>
        </p:nvSpPr>
        <p:spPr>
          <a:xfrm>
            <a:off x="3470400" y="3024360"/>
            <a:ext cx="559080" cy="45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Correo NO SPAM</a:t>
            </a:r>
            <a:endParaRPr b="0" lang="es-ES" sz="800" spc="-1" strike="noStrike">
              <a:solidFill>
                <a:srgbClr val="ffffff"/>
              </a:solidFill>
              <a:latin typeface="Arial"/>
            </a:endParaRPr>
          </a:p>
        </p:txBody>
      </p:sp>
      <p:cxnSp>
        <p:nvCxnSpPr>
          <p:cNvPr id="184" name="Conector recto de flecha 28"/>
          <p:cNvCxnSpPr/>
          <p:nvPr/>
        </p:nvCxnSpPr>
        <p:spPr>
          <a:xfrm>
            <a:off x="2116440" y="2754000"/>
            <a:ext cx="360" cy="243000"/>
          </a:xfrm>
          <a:prstGeom prst="straightConnector1">
            <a:avLst/>
          </a:prstGeom>
          <a:ln>
            <a:solidFill>
              <a:srgbClr val="f90000"/>
            </a:solidFill>
            <a:round/>
            <a:tailEnd len="med" type="triangle" w="med"/>
          </a:ln>
        </p:spPr>
      </p:cxnSp>
      <p:cxnSp>
        <p:nvCxnSpPr>
          <p:cNvPr id="185" name="Conector recto de flecha 29"/>
          <p:cNvCxnSpPr/>
          <p:nvPr/>
        </p:nvCxnSpPr>
        <p:spPr>
          <a:xfrm>
            <a:off x="2932920" y="2754000"/>
            <a:ext cx="360" cy="243000"/>
          </a:xfrm>
          <a:prstGeom prst="straightConnector1">
            <a:avLst/>
          </a:prstGeom>
          <a:ln>
            <a:solidFill>
              <a:srgbClr val="f90000"/>
            </a:solidFill>
            <a:round/>
            <a:tailEnd len="med" type="triangle" w="med"/>
          </a:ln>
        </p:spPr>
      </p:cxnSp>
      <p:cxnSp>
        <p:nvCxnSpPr>
          <p:cNvPr id="186" name="Conector recto de flecha 30"/>
          <p:cNvCxnSpPr/>
          <p:nvPr/>
        </p:nvCxnSpPr>
        <p:spPr>
          <a:xfrm>
            <a:off x="3749760" y="2754000"/>
            <a:ext cx="360" cy="252000"/>
          </a:xfrm>
          <a:prstGeom prst="straightConnector1">
            <a:avLst/>
          </a:prstGeom>
          <a:ln>
            <a:solidFill>
              <a:srgbClr val="f90000"/>
            </a:solidFill>
            <a:round/>
            <a:tailEnd len="med" type="triangle" w="med"/>
          </a:ln>
        </p:spPr>
      </p:cxnSp>
      <p:sp>
        <p:nvSpPr>
          <p:cNvPr id="187" name="Abrir llave 8"/>
          <p:cNvSpPr/>
          <p:nvPr/>
        </p:nvSpPr>
        <p:spPr>
          <a:xfrm rot="16200000">
            <a:off x="2362680" y="2067120"/>
            <a:ext cx="292680" cy="304020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a:lnSpc>
                <a:spcPct val="100000"/>
              </a:lnSpc>
            </a:pPr>
            <a:endParaRPr b="0" lang="es-ES" sz="1400" spc="-1" strike="noStrike">
              <a:solidFill>
                <a:schemeClr val="dk1"/>
              </a:solidFill>
              <a:latin typeface="Arial"/>
              <a:ea typeface="Arial"/>
            </a:endParaRPr>
          </a:p>
        </p:txBody>
      </p:sp>
      <p:sp>
        <p:nvSpPr>
          <p:cNvPr id="188" name="CuadroTexto 31"/>
          <p:cNvSpPr/>
          <p:nvPr/>
        </p:nvSpPr>
        <p:spPr>
          <a:xfrm>
            <a:off x="1683720" y="3768120"/>
            <a:ext cx="165096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Output final -&gt; Moda</a:t>
            </a:r>
            <a:endParaRPr b="0" lang="es-ES" sz="800" spc="-1" strike="noStrike">
              <a:solidFill>
                <a:srgbClr val="ffffff"/>
              </a:solidFill>
              <a:latin typeface="Arial"/>
            </a:endParaRPr>
          </a:p>
          <a:p>
            <a:pPr algn="ctr">
              <a:lnSpc>
                <a:spcPct val="100000"/>
              </a:lnSpc>
            </a:pPr>
            <a:r>
              <a:rPr b="0" lang="es-ES" sz="800" spc="-1" strike="noStrike">
                <a:solidFill>
                  <a:schemeClr val="lt1"/>
                </a:solidFill>
                <a:latin typeface="Arial"/>
                <a:ea typeface="Arial"/>
              </a:rPr>
              <a:t>Correo SPAM</a:t>
            </a:r>
            <a:endParaRPr b="0" lang="es-ES" sz="800" spc="-1" strike="noStrike">
              <a:solidFill>
                <a:srgbClr val="ffffff"/>
              </a:solidFill>
              <a:latin typeface="Arial"/>
            </a:endParaRPr>
          </a:p>
        </p:txBody>
      </p:sp>
      <p:sp>
        <p:nvSpPr>
          <p:cNvPr id="189" name="Rectángulo 64"/>
          <p:cNvSpPr/>
          <p:nvPr/>
        </p:nvSpPr>
        <p:spPr>
          <a:xfrm>
            <a:off x="720216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1</a:t>
            </a:r>
            <a:endParaRPr b="0" lang="es-ES" sz="1000" spc="-1" strike="noStrike">
              <a:solidFill>
                <a:srgbClr val="ffffff"/>
              </a:solidFill>
              <a:latin typeface="Arial"/>
            </a:endParaRPr>
          </a:p>
        </p:txBody>
      </p:sp>
      <p:sp>
        <p:nvSpPr>
          <p:cNvPr id="190" name="Rectángulo 65"/>
          <p:cNvSpPr/>
          <p:nvPr/>
        </p:nvSpPr>
        <p:spPr>
          <a:xfrm>
            <a:off x="801900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2</a:t>
            </a:r>
            <a:endParaRPr b="0" lang="es-ES" sz="1000" spc="-1" strike="noStrike">
              <a:solidFill>
                <a:srgbClr val="ffffff"/>
              </a:solidFill>
              <a:latin typeface="Arial"/>
            </a:endParaRPr>
          </a:p>
        </p:txBody>
      </p:sp>
      <p:sp>
        <p:nvSpPr>
          <p:cNvPr id="191" name="Rectángulo 66"/>
          <p:cNvSpPr/>
          <p:nvPr/>
        </p:nvSpPr>
        <p:spPr>
          <a:xfrm>
            <a:off x="883584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3</a:t>
            </a:r>
            <a:endParaRPr b="0" lang="es-ES" sz="1000" spc="-1" strike="noStrike">
              <a:solidFill>
                <a:srgbClr val="ffffff"/>
              </a:solidFill>
              <a:latin typeface="Arial"/>
            </a:endParaRPr>
          </a:p>
        </p:txBody>
      </p:sp>
      <p:sp>
        <p:nvSpPr>
          <p:cNvPr id="192" name="Rectángulo 67"/>
          <p:cNvSpPr/>
          <p:nvPr/>
        </p:nvSpPr>
        <p:spPr>
          <a:xfrm>
            <a:off x="965268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4</a:t>
            </a:r>
            <a:endParaRPr b="0" lang="es-ES" sz="1000" spc="-1" strike="noStrike">
              <a:solidFill>
                <a:srgbClr val="ffffff"/>
              </a:solidFill>
              <a:latin typeface="Arial"/>
            </a:endParaRPr>
          </a:p>
        </p:txBody>
      </p:sp>
      <p:cxnSp>
        <p:nvCxnSpPr>
          <p:cNvPr id="193" name="Conector recto de flecha 68"/>
          <p:cNvCxnSpPr/>
          <p:nvPr/>
        </p:nvCxnSpPr>
        <p:spPr>
          <a:xfrm>
            <a:off x="7566120" y="2844360"/>
            <a:ext cx="360" cy="234000"/>
          </a:xfrm>
          <a:prstGeom prst="straightConnector1">
            <a:avLst/>
          </a:prstGeom>
          <a:ln>
            <a:solidFill>
              <a:srgbClr val="f90000"/>
            </a:solidFill>
            <a:round/>
            <a:tailEnd len="med" type="triangle" w="med"/>
          </a:ln>
        </p:spPr>
      </p:cxnSp>
      <p:sp>
        <p:nvSpPr>
          <p:cNvPr id="194" name="CuadroTexto 69"/>
          <p:cNvSpPr/>
          <p:nvPr/>
        </p:nvSpPr>
        <p:spPr>
          <a:xfrm>
            <a:off x="7286760" y="31222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79%</a:t>
            </a:r>
            <a:endParaRPr b="0" lang="es-ES" sz="800" spc="-1" strike="noStrike">
              <a:solidFill>
                <a:srgbClr val="ffffff"/>
              </a:solidFill>
              <a:latin typeface="Arial"/>
            </a:endParaRPr>
          </a:p>
        </p:txBody>
      </p:sp>
      <p:sp>
        <p:nvSpPr>
          <p:cNvPr id="195" name="CuadroTexto 70"/>
          <p:cNvSpPr/>
          <p:nvPr/>
        </p:nvSpPr>
        <p:spPr>
          <a:xfrm>
            <a:off x="8103240" y="31222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71%</a:t>
            </a:r>
            <a:endParaRPr b="0" lang="es-ES" sz="800" spc="-1" strike="noStrike">
              <a:solidFill>
                <a:srgbClr val="ffffff"/>
              </a:solidFill>
              <a:latin typeface="Arial"/>
            </a:endParaRPr>
          </a:p>
        </p:txBody>
      </p:sp>
      <p:sp>
        <p:nvSpPr>
          <p:cNvPr id="196" name="CuadroTexto 71"/>
          <p:cNvSpPr/>
          <p:nvPr/>
        </p:nvSpPr>
        <p:spPr>
          <a:xfrm>
            <a:off x="8920080" y="31258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20%</a:t>
            </a:r>
            <a:endParaRPr b="0" lang="es-ES" sz="800" spc="-1" strike="noStrike">
              <a:solidFill>
                <a:srgbClr val="ffffff"/>
              </a:solidFill>
              <a:latin typeface="Arial"/>
            </a:endParaRPr>
          </a:p>
        </p:txBody>
      </p:sp>
      <p:sp>
        <p:nvSpPr>
          <p:cNvPr id="197" name="CuadroTexto 72"/>
          <p:cNvSpPr/>
          <p:nvPr/>
        </p:nvSpPr>
        <p:spPr>
          <a:xfrm>
            <a:off x="9736920" y="311472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85%</a:t>
            </a:r>
            <a:endParaRPr b="0" lang="es-ES" sz="800" spc="-1" strike="noStrike">
              <a:solidFill>
                <a:srgbClr val="ffffff"/>
              </a:solidFill>
              <a:latin typeface="Arial"/>
            </a:endParaRPr>
          </a:p>
        </p:txBody>
      </p:sp>
      <p:cxnSp>
        <p:nvCxnSpPr>
          <p:cNvPr id="198" name="Conector recto de flecha 73"/>
          <p:cNvCxnSpPr/>
          <p:nvPr/>
        </p:nvCxnSpPr>
        <p:spPr>
          <a:xfrm>
            <a:off x="8382960" y="2844360"/>
            <a:ext cx="360" cy="243000"/>
          </a:xfrm>
          <a:prstGeom prst="straightConnector1">
            <a:avLst/>
          </a:prstGeom>
          <a:ln>
            <a:solidFill>
              <a:srgbClr val="f90000"/>
            </a:solidFill>
            <a:round/>
            <a:tailEnd len="med" type="triangle" w="med"/>
          </a:ln>
        </p:spPr>
      </p:cxnSp>
      <p:cxnSp>
        <p:nvCxnSpPr>
          <p:cNvPr id="199" name="Conector recto de flecha 74"/>
          <p:cNvCxnSpPr/>
          <p:nvPr/>
        </p:nvCxnSpPr>
        <p:spPr>
          <a:xfrm>
            <a:off x="9199440" y="2844360"/>
            <a:ext cx="360" cy="243000"/>
          </a:xfrm>
          <a:prstGeom prst="straightConnector1">
            <a:avLst/>
          </a:prstGeom>
          <a:ln>
            <a:solidFill>
              <a:srgbClr val="f90000"/>
            </a:solidFill>
            <a:round/>
            <a:tailEnd len="med" type="triangle" w="med"/>
          </a:ln>
        </p:spPr>
      </p:cxnSp>
      <p:cxnSp>
        <p:nvCxnSpPr>
          <p:cNvPr id="200" name="Conector recto de flecha 75"/>
          <p:cNvCxnSpPr/>
          <p:nvPr/>
        </p:nvCxnSpPr>
        <p:spPr>
          <a:xfrm>
            <a:off x="10016280" y="2844360"/>
            <a:ext cx="360" cy="251640"/>
          </a:xfrm>
          <a:prstGeom prst="straightConnector1">
            <a:avLst/>
          </a:prstGeom>
          <a:ln>
            <a:solidFill>
              <a:srgbClr val="f90000"/>
            </a:solidFill>
            <a:round/>
            <a:tailEnd len="med" type="triangle" w="med"/>
          </a:ln>
        </p:spPr>
      </p:cxnSp>
      <p:sp>
        <p:nvSpPr>
          <p:cNvPr id="201" name="Abrir llave 76"/>
          <p:cNvSpPr/>
          <p:nvPr/>
        </p:nvSpPr>
        <p:spPr>
          <a:xfrm rot="16200000">
            <a:off x="8629200" y="2355120"/>
            <a:ext cx="292680" cy="304020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a:lnSpc>
                <a:spcPct val="100000"/>
              </a:lnSpc>
            </a:pPr>
            <a:endParaRPr b="0" lang="es-ES" sz="1400" spc="-1" strike="noStrike">
              <a:solidFill>
                <a:schemeClr val="dk1"/>
              </a:solidFill>
              <a:latin typeface="Arial"/>
              <a:ea typeface="Arial"/>
            </a:endParaRPr>
          </a:p>
        </p:txBody>
      </p:sp>
      <p:sp>
        <p:nvSpPr>
          <p:cNvPr id="202" name="CuadroTexto 77"/>
          <p:cNvSpPr/>
          <p:nvPr/>
        </p:nvSpPr>
        <p:spPr>
          <a:xfrm>
            <a:off x="7950240" y="4055760"/>
            <a:ext cx="165096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Output final -&gt; Max de la media</a:t>
            </a:r>
            <a:endParaRPr b="0" lang="es-ES" sz="800" spc="-1" strike="noStrike">
              <a:solidFill>
                <a:srgbClr val="ffffff"/>
              </a:solidFill>
              <a:latin typeface="Arial"/>
            </a:endParaRPr>
          </a:p>
          <a:p>
            <a:pPr algn="ctr">
              <a:lnSpc>
                <a:spcPct val="100000"/>
              </a:lnSpc>
            </a:pPr>
            <a:r>
              <a:rPr b="0" lang="es-ES" sz="800" spc="-1" strike="noStrike">
                <a:solidFill>
                  <a:schemeClr val="lt1"/>
                </a:solidFill>
                <a:latin typeface="Arial"/>
                <a:ea typeface="Arial"/>
              </a:rPr>
              <a:t>Correo SPAM</a:t>
            </a:r>
            <a:endParaRPr b="0" lang="es-ES" sz="800" spc="-1" strike="noStrike">
              <a:solidFill>
                <a:srgbClr val="ffffff"/>
              </a:solidFill>
              <a:latin typeface="Arial"/>
            </a:endParaRPr>
          </a:p>
        </p:txBody>
      </p:sp>
      <p:sp>
        <p:nvSpPr>
          <p:cNvPr id="203" name="CuadroTexto 78"/>
          <p:cNvSpPr/>
          <p:nvPr/>
        </p:nvSpPr>
        <p:spPr>
          <a:xfrm>
            <a:off x="6727320" y="313956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SPAM</a:t>
            </a:r>
            <a:endParaRPr b="0" lang="es-ES" sz="800" spc="-1" strike="noStrike">
              <a:solidFill>
                <a:srgbClr val="ffffff"/>
              </a:solidFill>
              <a:latin typeface="Arial"/>
            </a:endParaRPr>
          </a:p>
        </p:txBody>
      </p:sp>
      <p:sp>
        <p:nvSpPr>
          <p:cNvPr id="204" name="CuadroTexto 79"/>
          <p:cNvSpPr/>
          <p:nvPr/>
        </p:nvSpPr>
        <p:spPr>
          <a:xfrm>
            <a:off x="6625080" y="3382200"/>
            <a:ext cx="6609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NO SPAM</a:t>
            </a:r>
            <a:endParaRPr b="0" lang="es-ES" sz="800" spc="-1" strike="noStrike">
              <a:solidFill>
                <a:srgbClr val="ffffff"/>
              </a:solidFill>
              <a:latin typeface="Arial"/>
            </a:endParaRPr>
          </a:p>
        </p:txBody>
      </p:sp>
      <p:sp>
        <p:nvSpPr>
          <p:cNvPr id="205" name="CuadroTexto 80"/>
          <p:cNvSpPr/>
          <p:nvPr/>
        </p:nvSpPr>
        <p:spPr>
          <a:xfrm>
            <a:off x="7302240" y="338220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21%</a:t>
            </a:r>
            <a:endParaRPr b="0" lang="es-ES" sz="800" spc="-1" strike="noStrike">
              <a:solidFill>
                <a:srgbClr val="ffffff"/>
              </a:solidFill>
              <a:latin typeface="Arial"/>
            </a:endParaRPr>
          </a:p>
        </p:txBody>
      </p:sp>
      <p:sp>
        <p:nvSpPr>
          <p:cNvPr id="206" name="CuadroTexto 81"/>
          <p:cNvSpPr/>
          <p:nvPr/>
        </p:nvSpPr>
        <p:spPr>
          <a:xfrm>
            <a:off x="8915760" y="338220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80%</a:t>
            </a:r>
            <a:endParaRPr b="0" lang="es-ES" sz="800" spc="-1" strike="noStrike">
              <a:solidFill>
                <a:srgbClr val="ffffff"/>
              </a:solidFill>
              <a:latin typeface="Arial"/>
            </a:endParaRPr>
          </a:p>
        </p:txBody>
      </p:sp>
      <p:sp>
        <p:nvSpPr>
          <p:cNvPr id="207" name="CuadroTexto 82"/>
          <p:cNvSpPr/>
          <p:nvPr/>
        </p:nvSpPr>
        <p:spPr>
          <a:xfrm>
            <a:off x="8105760" y="33724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29%</a:t>
            </a:r>
            <a:endParaRPr b="0" lang="es-ES" sz="800" spc="-1" strike="noStrike">
              <a:solidFill>
                <a:srgbClr val="ffffff"/>
              </a:solidFill>
              <a:latin typeface="Arial"/>
            </a:endParaRPr>
          </a:p>
        </p:txBody>
      </p:sp>
      <p:sp>
        <p:nvSpPr>
          <p:cNvPr id="208" name="CuadroTexto 83"/>
          <p:cNvSpPr/>
          <p:nvPr/>
        </p:nvSpPr>
        <p:spPr>
          <a:xfrm>
            <a:off x="9736920" y="33724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15%</a:t>
            </a:r>
            <a:endParaRPr b="0" lang="es-ES" sz="800" spc="-1" strike="noStrike">
              <a:solidFill>
                <a:srgbClr val="ffffff"/>
              </a:solidFill>
              <a:latin typeface="Arial"/>
            </a:endParaRPr>
          </a:p>
        </p:txBody>
      </p:sp>
      <p:sp>
        <p:nvSpPr>
          <p:cNvPr id="209" name="CuadroTexto 84"/>
          <p:cNvSpPr/>
          <p:nvPr/>
        </p:nvSpPr>
        <p:spPr>
          <a:xfrm>
            <a:off x="10704960" y="284400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Media</a:t>
            </a:r>
            <a:endParaRPr b="0" lang="es-ES" sz="800" spc="-1" strike="noStrike">
              <a:solidFill>
                <a:srgbClr val="ffffff"/>
              </a:solidFill>
              <a:latin typeface="Arial"/>
            </a:endParaRPr>
          </a:p>
        </p:txBody>
      </p:sp>
      <p:sp>
        <p:nvSpPr>
          <p:cNvPr id="210" name="CuadroTexto 85"/>
          <p:cNvSpPr/>
          <p:nvPr/>
        </p:nvSpPr>
        <p:spPr>
          <a:xfrm>
            <a:off x="10704960" y="31222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64%</a:t>
            </a:r>
            <a:endParaRPr b="0" lang="es-ES" sz="800" spc="-1" strike="noStrike">
              <a:solidFill>
                <a:srgbClr val="ffffff"/>
              </a:solidFill>
              <a:latin typeface="Arial"/>
            </a:endParaRPr>
          </a:p>
        </p:txBody>
      </p:sp>
      <p:sp>
        <p:nvSpPr>
          <p:cNvPr id="211" name="CuadroTexto 86"/>
          <p:cNvSpPr/>
          <p:nvPr/>
        </p:nvSpPr>
        <p:spPr>
          <a:xfrm>
            <a:off x="10704960" y="3372480"/>
            <a:ext cx="55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36%</a:t>
            </a:r>
            <a:endParaRPr b="0" lang="es-ES" sz="800" spc="-1" strike="noStrike">
              <a:solidFill>
                <a:srgbClr val="ffffff"/>
              </a:solidFill>
              <a:latin typeface="Arial"/>
            </a:endParaRPr>
          </a:p>
        </p:txBody>
      </p:sp>
      <p:sp>
        <p:nvSpPr>
          <p:cNvPr id="212" name="Rectángulo 87"/>
          <p:cNvSpPr/>
          <p:nvPr/>
        </p:nvSpPr>
        <p:spPr>
          <a:xfrm>
            <a:off x="418068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1</a:t>
            </a:r>
            <a:endParaRPr b="0" lang="es-ES" sz="1000" spc="-1" strike="noStrike">
              <a:solidFill>
                <a:srgbClr val="ffffff"/>
              </a:solidFill>
              <a:latin typeface="Arial"/>
            </a:endParaRPr>
          </a:p>
        </p:txBody>
      </p:sp>
      <p:sp>
        <p:nvSpPr>
          <p:cNvPr id="213" name="Rectángulo 88"/>
          <p:cNvSpPr/>
          <p:nvPr/>
        </p:nvSpPr>
        <p:spPr>
          <a:xfrm>
            <a:off x="499716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2</a:t>
            </a:r>
            <a:endParaRPr b="0" lang="es-ES" sz="1000" spc="-1" strike="noStrike">
              <a:solidFill>
                <a:srgbClr val="ffffff"/>
              </a:solidFill>
              <a:latin typeface="Arial"/>
            </a:endParaRPr>
          </a:p>
        </p:txBody>
      </p:sp>
      <p:sp>
        <p:nvSpPr>
          <p:cNvPr id="214" name="Rectángulo 89"/>
          <p:cNvSpPr/>
          <p:nvPr/>
        </p:nvSpPr>
        <p:spPr>
          <a:xfrm>
            <a:off x="581400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3</a:t>
            </a:r>
            <a:endParaRPr b="0" lang="es-ES" sz="1000" spc="-1" strike="noStrike">
              <a:solidFill>
                <a:srgbClr val="ffffff"/>
              </a:solidFill>
              <a:latin typeface="Arial"/>
            </a:endParaRPr>
          </a:p>
        </p:txBody>
      </p:sp>
      <p:sp>
        <p:nvSpPr>
          <p:cNvPr id="215" name="Rectángulo 90"/>
          <p:cNvSpPr/>
          <p:nvPr/>
        </p:nvSpPr>
        <p:spPr>
          <a:xfrm>
            <a:off x="663084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000" spc="-1" strike="noStrike">
                <a:solidFill>
                  <a:schemeClr val="lt1"/>
                </a:solidFill>
                <a:latin typeface="Arial"/>
                <a:ea typeface="Arial"/>
              </a:rPr>
              <a:t>Modelo 4</a:t>
            </a:r>
            <a:endParaRPr b="0" lang="es-ES" sz="1000" spc="-1" strike="noStrike">
              <a:solidFill>
                <a:srgbClr val="ffffff"/>
              </a:solidFill>
              <a:latin typeface="Arial"/>
            </a:endParaRPr>
          </a:p>
        </p:txBody>
      </p:sp>
      <p:cxnSp>
        <p:nvCxnSpPr>
          <p:cNvPr id="216" name="Conector recto de flecha 91"/>
          <p:cNvCxnSpPr/>
          <p:nvPr/>
        </p:nvCxnSpPr>
        <p:spPr>
          <a:xfrm>
            <a:off x="4544280" y="5337360"/>
            <a:ext cx="360" cy="234360"/>
          </a:xfrm>
          <a:prstGeom prst="straightConnector1">
            <a:avLst/>
          </a:prstGeom>
          <a:ln>
            <a:solidFill>
              <a:srgbClr val="f90000"/>
            </a:solidFill>
            <a:round/>
            <a:tailEnd len="med" type="triangle" w="med"/>
          </a:ln>
        </p:spPr>
      </p:cxnSp>
      <p:sp>
        <p:nvSpPr>
          <p:cNvPr id="217" name="CuadroTexto 92"/>
          <p:cNvSpPr/>
          <p:nvPr/>
        </p:nvSpPr>
        <p:spPr>
          <a:xfrm>
            <a:off x="4264920" y="561564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Ventas</a:t>
            </a:r>
            <a:endParaRPr b="0" lang="es-ES" sz="800" spc="-1" strike="noStrike">
              <a:solidFill>
                <a:srgbClr val="ffffff"/>
              </a:solidFill>
              <a:latin typeface="Arial"/>
            </a:endParaRPr>
          </a:p>
          <a:p>
            <a:pPr algn="ctr">
              <a:lnSpc>
                <a:spcPct val="100000"/>
              </a:lnSpc>
            </a:pPr>
            <a:r>
              <a:rPr b="0" lang="es-ES" sz="800" spc="-1" strike="noStrike">
                <a:solidFill>
                  <a:schemeClr val="lt1"/>
                </a:solidFill>
                <a:latin typeface="Arial"/>
                <a:ea typeface="Arial"/>
              </a:rPr>
              <a:t>1000</a:t>
            </a:r>
            <a:endParaRPr b="0" lang="es-ES" sz="800" spc="-1" strike="noStrike">
              <a:solidFill>
                <a:srgbClr val="ffffff"/>
              </a:solidFill>
              <a:latin typeface="Arial"/>
            </a:endParaRPr>
          </a:p>
        </p:txBody>
      </p:sp>
      <p:sp>
        <p:nvSpPr>
          <p:cNvPr id="218" name="CuadroTexto 93"/>
          <p:cNvSpPr/>
          <p:nvPr/>
        </p:nvSpPr>
        <p:spPr>
          <a:xfrm>
            <a:off x="5081760" y="561564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Ventas</a:t>
            </a:r>
            <a:endParaRPr b="0" lang="es-ES" sz="800" spc="-1" strike="noStrike">
              <a:solidFill>
                <a:srgbClr val="ffffff"/>
              </a:solidFill>
              <a:latin typeface="Arial"/>
            </a:endParaRPr>
          </a:p>
          <a:p>
            <a:pPr algn="ctr">
              <a:lnSpc>
                <a:spcPct val="100000"/>
              </a:lnSpc>
            </a:pPr>
            <a:r>
              <a:rPr b="0" lang="es-ES" sz="800" spc="-1" strike="noStrike">
                <a:solidFill>
                  <a:schemeClr val="lt1"/>
                </a:solidFill>
                <a:latin typeface="Arial"/>
                <a:ea typeface="Arial"/>
              </a:rPr>
              <a:t>500</a:t>
            </a:r>
            <a:endParaRPr b="0" lang="es-ES" sz="800" spc="-1" strike="noStrike">
              <a:solidFill>
                <a:srgbClr val="ffffff"/>
              </a:solidFill>
              <a:latin typeface="Arial"/>
            </a:endParaRPr>
          </a:p>
        </p:txBody>
      </p:sp>
      <p:sp>
        <p:nvSpPr>
          <p:cNvPr id="219" name="CuadroTexto 94"/>
          <p:cNvSpPr/>
          <p:nvPr/>
        </p:nvSpPr>
        <p:spPr>
          <a:xfrm>
            <a:off x="5898600" y="561924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Ventas</a:t>
            </a:r>
            <a:endParaRPr b="0" lang="es-ES" sz="800" spc="-1" strike="noStrike">
              <a:solidFill>
                <a:srgbClr val="ffffff"/>
              </a:solidFill>
              <a:latin typeface="Arial"/>
            </a:endParaRPr>
          </a:p>
          <a:p>
            <a:pPr algn="ctr">
              <a:lnSpc>
                <a:spcPct val="100000"/>
              </a:lnSpc>
            </a:pPr>
            <a:r>
              <a:rPr b="0" lang="es-ES" sz="800" spc="-1" strike="noStrike">
                <a:solidFill>
                  <a:schemeClr val="lt1"/>
                </a:solidFill>
                <a:latin typeface="Arial"/>
                <a:ea typeface="Arial"/>
              </a:rPr>
              <a:t>1500</a:t>
            </a:r>
            <a:endParaRPr b="0" lang="es-ES" sz="800" spc="-1" strike="noStrike">
              <a:solidFill>
                <a:srgbClr val="ffffff"/>
              </a:solidFill>
              <a:latin typeface="Arial"/>
            </a:endParaRPr>
          </a:p>
        </p:txBody>
      </p:sp>
      <p:sp>
        <p:nvSpPr>
          <p:cNvPr id="220" name="CuadroTexto 95"/>
          <p:cNvSpPr/>
          <p:nvPr/>
        </p:nvSpPr>
        <p:spPr>
          <a:xfrm>
            <a:off x="6715080" y="5608080"/>
            <a:ext cx="559080" cy="3330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Ventas</a:t>
            </a:r>
            <a:endParaRPr b="0" lang="es-ES" sz="800" spc="-1" strike="noStrike">
              <a:solidFill>
                <a:srgbClr val="ffffff"/>
              </a:solidFill>
              <a:latin typeface="Arial"/>
            </a:endParaRPr>
          </a:p>
          <a:p>
            <a:pPr algn="ctr">
              <a:lnSpc>
                <a:spcPct val="100000"/>
              </a:lnSpc>
            </a:pPr>
            <a:r>
              <a:rPr b="0" lang="es-ES" sz="800" spc="-1" strike="noStrike">
                <a:solidFill>
                  <a:schemeClr val="lt1"/>
                </a:solidFill>
                <a:latin typeface="Arial"/>
                <a:ea typeface="Arial"/>
              </a:rPr>
              <a:t>700</a:t>
            </a:r>
            <a:endParaRPr b="0" lang="es-ES" sz="800" spc="-1" strike="noStrike">
              <a:solidFill>
                <a:srgbClr val="ffffff"/>
              </a:solidFill>
              <a:latin typeface="Arial"/>
            </a:endParaRPr>
          </a:p>
        </p:txBody>
      </p:sp>
      <p:cxnSp>
        <p:nvCxnSpPr>
          <p:cNvPr id="221" name="Conector recto de flecha 96"/>
          <p:cNvCxnSpPr/>
          <p:nvPr/>
        </p:nvCxnSpPr>
        <p:spPr>
          <a:xfrm>
            <a:off x="5361120" y="5337360"/>
            <a:ext cx="360" cy="243000"/>
          </a:xfrm>
          <a:prstGeom prst="straightConnector1">
            <a:avLst/>
          </a:prstGeom>
          <a:ln>
            <a:solidFill>
              <a:srgbClr val="f90000"/>
            </a:solidFill>
            <a:round/>
            <a:tailEnd len="med" type="triangle" w="med"/>
          </a:ln>
        </p:spPr>
      </p:cxnSp>
      <p:cxnSp>
        <p:nvCxnSpPr>
          <p:cNvPr id="222" name="Conector recto de flecha 97"/>
          <p:cNvCxnSpPr/>
          <p:nvPr/>
        </p:nvCxnSpPr>
        <p:spPr>
          <a:xfrm>
            <a:off x="6177960" y="5337360"/>
            <a:ext cx="360" cy="243000"/>
          </a:xfrm>
          <a:prstGeom prst="straightConnector1">
            <a:avLst/>
          </a:prstGeom>
          <a:ln>
            <a:solidFill>
              <a:srgbClr val="f90000"/>
            </a:solidFill>
            <a:round/>
            <a:tailEnd len="med" type="triangle" w="med"/>
          </a:ln>
        </p:spPr>
      </p:cxnSp>
      <p:cxnSp>
        <p:nvCxnSpPr>
          <p:cNvPr id="223" name="Conector recto de flecha 98"/>
          <p:cNvCxnSpPr/>
          <p:nvPr/>
        </p:nvCxnSpPr>
        <p:spPr>
          <a:xfrm>
            <a:off x="6994800" y="5337360"/>
            <a:ext cx="360" cy="252000"/>
          </a:xfrm>
          <a:prstGeom prst="straightConnector1">
            <a:avLst/>
          </a:prstGeom>
          <a:ln>
            <a:solidFill>
              <a:srgbClr val="f90000"/>
            </a:solidFill>
            <a:round/>
            <a:tailEnd len="med" type="triangle" w="med"/>
          </a:ln>
        </p:spPr>
      </p:cxnSp>
      <p:sp>
        <p:nvSpPr>
          <p:cNvPr id="224" name="Abrir llave 99"/>
          <p:cNvSpPr/>
          <p:nvPr/>
        </p:nvSpPr>
        <p:spPr>
          <a:xfrm rot="16200000">
            <a:off x="5607720" y="4650840"/>
            <a:ext cx="292680" cy="304020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a:lnSpc>
                <a:spcPct val="100000"/>
              </a:lnSpc>
            </a:pPr>
            <a:endParaRPr b="0" lang="es-ES" sz="1400" spc="-1" strike="noStrike">
              <a:solidFill>
                <a:schemeClr val="dk1"/>
              </a:solidFill>
              <a:latin typeface="Arial"/>
              <a:ea typeface="Arial"/>
            </a:endParaRPr>
          </a:p>
        </p:txBody>
      </p:sp>
      <p:sp>
        <p:nvSpPr>
          <p:cNvPr id="225" name="CuadroTexto 100"/>
          <p:cNvSpPr/>
          <p:nvPr/>
        </p:nvSpPr>
        <p:spPr>
          <a:xfrm>
            <a:off x="4928400" y="6351840"/>
            <a:ext cx="16509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800" spc="-1" strike="noStrike">
                <a:solidFill>
                  <a:schemeClr val="lt1"/>
                </a:solidFill>
                <a:latin typeface="Arial"/>
                <a:ea typeface="Arial"/>
              </a:rPr>
              <a:t>Output final -&gt; 925</a:t>
            </a:r>
            <a:endParaRPr b="0" lang="es-E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Voting</a:t>
            </a:r>
            <a:endParaRPr b="0" lang="es-ES" sz="4400" spc="-1" strike="noStrike">
              <a:solidFill>
                <a:srgbClr val="000000"/>
              </a:solidFill>
              <a:latin typeface="Arial"/>
            </a:endParaRPr>
          </a:p>
        </p:txBody>
      </p:sp>
      <p:pic>
        <p:nvPicPr>
          <p:cNvPr id="227" name="Google Shape;200;ga1f93e0ce7_0_93" descr=""/>
          <p:cNvPicPr/>
          <p:nvPr/>
        </p:nvPicPr>
        <p:blipFill>
          <a:blip r:embed="rId1"/>
          <a:stretch/>
        </p:blipFill>
        <p:spPr>
          <a:xfrm>
            <a:off x="2058120" y="2080080"/>
            <a:ext cx="8355600" cy="38019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2276640" y="2330280"/>
            <a:ext cx="7638480" cy="21974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GB" sz="4400" spc="-1" strike="noStrike">
                <a:solidFill>
                  <a:srgbClr val="ff0000"/>
                </a:solidFill>
                <a:latin typeface="Calibri"/>
                <a:ea typeface="Calibri"/>
              </a:rPr>
              <a:t>Bagging y Pasting</a:t>
            </a: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Google Shape;212;g9c522aaa2e_0_44"/>
          <p:cNvSpPr/>
          <p:nvPr/>
        </p:nvSpPr>
        <p:spPr>
          <a:xfrm>
            <a:off x="684360" y="1653480"/>
            <a:ext cx="10520640" cy="238644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700" spc="-1" strike="noStrike">
                <a:solidFill>
                  <a:schemeClr val="lt1"/>
                </a:solidFill>
                <a:latin typeface="Calibri"/>
                <a:ea typeface="Calibri"/>
              </a:rPr>
              <a:t>Con esta técnica se entrenan un conjunto de modelos, mediante muestras </a:t>
            </a:r>
            <a:r>
              <a:rPr b="1" lang="en-GB" sz="1700" spc="-1" strike="noStrike">
                <a:solidFill>
                  <a:schemeClr val="lt1"/>
                </a:solidFill>
                <a:latin typeface="Calibri"/>
                <a:ea typeface="Calibri"/>
              </a:rPr>
              <a:t>con reemplazamiento</a:t>
            </a:r>
            <a:r>
              <a:rPr b="0" lang="en-GB" sz="1700" spc="-1" strike="noStrike">
                <a:solidFill>
                  <a:schemeClr val="lt1"/>
                </a:solidFill>
                <a:latin typeface="Calibri"/>
                <a:ea typeface="Calibri"/>
              </a:rPr>
              <a:t>. Para cada predicción todos los modelos dan un output, y como si de un sistema de votación se tratase, se escoge como output final el más frecuente. </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a:lnSpc>
                <a:spcPct val="100000"/>
              </a:lnSpc>
              <a:tabLst>
                <a:tab algn="l" pos="0"/>
              </a:tabLst>
            </a:pPr>
            <a:r>
              <a:rPr b="0" lang="en-GB" sz="1700" spc="-1" strike="noStrike">
                <a:solidFill>
                  <a:schemeClr val="lt1"/>
                </a:solidFill>
                <a:latin typeface="Calibri"/>
                <a:ea typeface="Calibri"/>
              </a:rPr>
              <a:t>Esta técnica se usa tanto en </a:t>
            </a:r>
            <a:r>
              <a:rPr b="1" lang="en-GB" sz="1700" spc="-1" strike="noStrike">
                <a:solidFill>
                  <a:schemeClr val="lt1"/>
                </a:solidFill>
                <a:latin typeface="Calibri"/>
                <a:ea typeface="Calibri"/>
              </a:rPr>
              <a:t>clasificación, como en regresión</a:t>
            </a:r>
            <a:r>
              <a:rPr b="0" lang="en-GB" sz="1700" spc="-1" strike="noStrike">
                <a:solidFill>
                  <a:schemeClr val="lt1"/>
                </a:solidFill>
                <a:latin typeface="Calibri"/>
                <a:ea typeface="Calibri"/>
              </a:rPr>
              <a:t>. Si en clasificación utiliza la moda para elegir output, en regresión es la media de los outputs de todos los modelos.</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a:lnSpc>
                <a:spcPct val="100000"/>
              </a:lnSpc>
              <a:tabLst>
                <a:tab algn="l" pos="0"/>
              </a:tabLst>
            </a:pPr>
            <a:r>
              <a:rPr b="0" lang="en-GB" sz="1700" spc="-1" strike="noStrike">
                <a:solidFill>
                  <a:schemeClr val="lt1"/>
                </a:solidFill>
                <a:latin typeface="Calibri"/>
                <a:ea typeface="Calibri"/>
              </a:rPr>
              <a:t>Se trabaja con el mismo modelo</a:t>
            </a:r>
            <a:endParaRPr b="0" lang="es-ES" sz="1700" spc="-1" strike="noStrike">
              <a:solidFill>
                <a:srgbClr val="ffffff"/>
              </a:solidFill>
              <a:latin typeface="Arial"/>
            </a:endParaRPr>
          </a:p>
        </p:txBody>
      </p:sp>
      <p:sp>
        <p:nvSpPr>
          <p:cNvPr id="230"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B</a:t>
            </a:r>
            <a:r>
              <a:rPr b="0" lang="en-GB" sz="4400" spc="-1" strike="noStrike">
                <a:solidFill>
                  <a:srgbClr val="ff0000"/>
                </a:solidFill>
                <a:latin typeface="Calibri"/>
                <a:ea typeface="Calibri"/>
              </a:rPr>
              <a:t>ag</a:t>
            </a:r>
            <a:r>
              <a:rPr b="0" lang="en-GB" sz="4400" spc="-1" strike="noStrike">
                <a:solidFill>
                  <a:srgbClr val="ff0000"/>
                </a:solidFill>
                <a:latin typeface="Calibri"/>
                <a:ea typeface="Calibri"/>
              </a:rPr>
              <a:t>gi</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g </a:t>
            </a:r>
            <a:r>
              <a:rPr b="0" lang="en-GB" sz="4400" spc="-1" strike="noStrike">
                <a:solidFill>
                  <a:srgbClr val="ff0000"/>
                </a:solidFill>
                <a:latin typeface="Calibri"/>
                <a:ea typeface="Calibri"/>
              </a:rPr>
              <a:t>(B</a:t>
            </a:r>
            <a:r>
              <a:rPr b="0" lang="en-GB" sz="4400" spc="-1" strike="noStrike">
                <a:solidFill>
                  <a:srgbClr val="ff0000"/>
                </a:solidFill>
                <a:latin typeface="Calibri"/>
                <a:ea typeface="Calibri"/>
              </a:rPr>
              <a:t>o</a:t>
            </a:r>
            <a:r>
              <a:rPr b="0" lang="en-GB" sz="4400" spc="-1" strike="noStrike">
                <a:solidFill>
                  <a:srgbClr val="ff0000"/>
                </a:solidFill>
                <a:latin typeface="Calibri"/>
                <a:ea typeface="Calibri"/>
              </a:rPr>
              <a:t>ot</a:t>
            </a:r>
            <a:r>
              <a:rPr b="0" lang="en-GB" sz="4400" spc="-1" strike="noStrike">
                <a:solidFill>
                  <a:srgbClr val="ff0000"/>
                </a:solidFill>
                <a:latin typeface="Calibri"/>
                <a:ea typeface="Calibri"/>
              </a:rPr>
              <a:t>st</a:t>
            </a:r>
            <a:r>
              <a:rPr b="0" lang="en-GB" sz="4400" spc="-1" strike="noStrike">
                <a:solidFill>
                  <a:srgbClr val="ff0000"/>
                </a:solidFill>
                <a:latin typeface="Calibri"/>
                <a:ea typeface="Calibri"/>
              </a:rPr>
              <a:t>ra</a:t>
            </a:r>
            <a:r>
              <a:rPr b="0" lang="en-GB" sz="4400" spc="-1" strike="noStrike">
                <a:solidFill>
                  <a:srgbClr val="ff0000"/>
                </a:solidFill>
                <a:latin typeface="Calibri"/>
                <a:ea typeface="Calibri"/>
              </a:rPr>
              <a:t>p </a:t>
            </a:r>
            <a:r>
              <a:rPr b="0" lang="en-GB" sz="4400" spc="-1" strike="noStrike">
                <a:solidFill>
                  <a:srgbClr val="ff0000"/>
                </a:solidFill>
                <a:latin typeface="Calibri"/>
                <a:ea typeface="Calibri"/>
              </a:rPr>
              <a:t>A</a:t>
            </a:r>
            <a:r>
              <a:rPr b="0" lang="en-GB" sz="4400" spc="-1" strike="noStrike">
                <a:solidFill>
                  <a:srgbClr val="ff0000"/>
                </a:solidFill>
                <a:latin typeface="Calibri"/>
                <a:ea typeface="Calibri"/>
              </a:rPr>
              <a:t>gg</a:t>
            </a:r>
            <a:r>
              <a:rPr b="0" lang="en-GB" sz="4400" spc="-1" strike="noStrike">
                <a:solidFill>
                  <a:srgbClr val="ff0000"/>
                </a:solidFill>
                <a:latin typeface="Calibri"/>
                <a:ea typeface="Calibri"/>
              </a:rPr>
              <a:t>re</a:t>
            </a:r>
            <a:r>
              <a:rPr b="0" lang="en-GB" sz="4400" spc="-1" strike="noStrike">
                <a:solidFill>
                  <a:srgbClr val="ff0000"/>
                </a:solidFill>
                <a:latin typeface="Calibri"/>
                <a:ea typeface="Calibri"/>
              </a:rPr>
              <a:t>ga</a:t>
            </a:r>
            <a:r>
              <a:rPr b="0" lang="en-GB" sz="4400" spc="-1" strike="noStrike">
                <a:solidFill>
                  <a:srgbClr val="ff0000"/>
                </a:solidFill>
                <a:latin typeface="Calibri"/>
                <a:ea typeface="Calibri"/>
              </a:rPr>
              <a:t>ti</a:t>
            </a:r>
            <a:r>
              <a:rPr b="0" lang="en-GB" sz="4400" spc="-1" strike="noStrike">
                <a:solidFill>
                  <a:srgbClr val="ff0000"/>
                </a:solidFill>
                <a:latin typeface="Calibri"/>
                <a:ea typeface="Calibri"/>
              </a:rPr>
              <a:t>n</a:t>
            </a:r>
            <a:r>
              <a:rPr b="0" lang="en-GB" sz="4400" spc="-1" strike="noStrike">
                <a:solidFill>
                  <a:srgbClr val="ff0000"/>
                </a:solidFill>
                <a:latin typeface="Calibri"/>
                <a:ea typeface="Calibri"/>
              </a:rPr>
              <a:t>g)</a:t>
            </a:r>
            <a:endParaRPr b="0" lang="es-ES" sz="4400" spc="-1" strike="noStrike">
              <a:solidFill>
                <a:srgbClr val="000000"/>
              </a:solidFill>
              <a:latin typeface="Arial"/>
            </a:endParaRPr>
          </a:p>
        </p:txBody>
      </p:sp>
      <p:pic>
        <p:nvPicPr>
          <p:cNvPr id="231" name="Google Shape;214;g9c522aaa2e_0_44" descr=""/>
          <p:cNvPicPr/>
          <p:nvPr/>
        </p:nvPicPr>
        <p:blipFill>
          <a:blip r:embed="rId1"/>
          <a:stretch/>
        </p:blipFill>
        <p:spPr>
          <a:xfrm>
            <a:off x="5960160" y="3551400"/>
            <a:ext cx="4766400" cy="2831040"/>
          </a:xfrm>
          <a:prstGeom prst="rect">
            <a:avLst/>
          </a:prstGeom>
          <a:ln w="0">
            <a:noFill/>
          </a:ln>
        </p:spPr>
      </p:pic>
      <p:sp>
        <p:nvSpPr>
          <p:cNvPr id="232" name="Google Shape;215;g9c522aaa2e_0_44"/>
          <p:cNvSpPr/>
          <p:nvPr/>
        </p:nvSpPr>
        <p:spPr>
          <a:xfrm>
            <a:off x="808200" y="5211720"/>
            <a:ext cx="4639680" cy="1170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s-ES" sz="2400" spc="-1" strike="noStrike">
                <a:solidFill>
                  <a:schemeClr val="lt1"/>
                </a:solidFill>
                <a:latin typeface="Calibri"/>
                <a:ea typeface="Calibri"/>
              </a:rPr>
              <a:t>Pasting</a:t>
            </a:r>
            <a:endParaRPr b="0" lang="es-ES" sz="2400" spc="-1" strike="noStrike">
              <a:solidFill>
                <a:srgbClr val="ffffff"/>
              </a:solidFill>
              <a:latin typeface="Arial"/>
            </a:endParaRPr>
          </a:p>
          <a:p>
            <a:pPr>
              <a:lnSpc>
                <a:spcPct val="100000"/>
              </a:lnSpc>
              <a:tabLst>
                <a:tab algn="l" pos="0"/>
              </a:tabLst>
            </a:pPr>
            <a:r>
              <a:rPr b="0" lang="es-ES" sz="1600" spc="-1" strike="noStrike">
                <a:solidFill>
                  <a:schemeClr val="lt1"/>
                </a:solidFill>
                <a:latin typeface="Calibri"/>
                <a:ea typeface="Calibri"/>
              </a:rPr>
              <a:t>Simplemente escogemos el argumento “bootstrap=False”</a:t>
            </a:r>
            <a:endParaRPr b="0" lang="es-ES" sz="1600" spc="-1" strike="noStrike">
              <a:solidFill>
                <a:srgbClr val="ffffff"/>
              </a:solidFill>
              <a:latin typeface="Arial"/>
            </a:endParaRPr>
          </a:p>
          <a:p>
            <a:pPr>
              <a:lnSpc>
                <a:spcPct val="100000"/>
              </a:lnSpc>
              <a:tabLst>
                <a:tab algn="l" pos="0"/>
              </a:tabLst>
            </a:pPr>
            <a:r>
              <a:rPr b="0" lang="es-ES" sz="1600" spc="-1" strike="noStrike">
                <a:solidFill>
                  <a:schemeClr val="lt1"/>
                </a:solidFill>
                <a:latin typeface="Calibri"/>
                <a:ea typeface="Calibri"/>
              </a:rPr>
              <a:t>Suele funcionar mejor </a:t>
            </a:r>
            <a:r>
              <a:rPr b="1" lang="es-ES" sz="1600" spc="-1" strike="noStrike" u="sng">
                <a:solidFill>
                  <a:schemeClr val="lt1"/>
                </a:solidFill>
                <a:uFillTx/>
                <a:latin typeface="Calibri"/>
                <a:ea typeface="Calibri"/>
              </a:rPr>
              <a:t>bagging</a:t>
            </a:r>
            <a:endParaRPr b="0" lang="es-E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2276640" y="2330280"/>
            <a:ext cx="7638480" cy="21974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GB" sz="4400" spc="-1" strike="noStrike">
                <a:solidFill>
                  <a:srgbClr val="ff0000"/>
                </a:solidFill>
                <a:latin typeface="Calibri"/>
                <a:ea typeface="Calibri"/>
              </a:rPr>
              <a:t>Random Forest Demo</a:t>
            </a:r>
            <a:endParaRPr b="0" lang="es-ES" sz="4400" spc="-1" strike="noStrike">
              <a:solidFill>
                <a:srgbClr val="000000"/>
              </a:solidFill>
              <a:latin typeface="Arial"/>
            </a:endParaRPr>
          </a:p>
          <a:p>
            <a:pPr indent="0" algn="ctr">
              <a:lnSpc>
                <a:spcPct val="90000"/>
              </a:lnSpc>
              <a:buNone/>
              <a:tabLst>
                <a:tab algn="l" pos="0"/>
              </a:tabLst>
            </a:pPr>
            <a:r>
              <a:rPr b="0" lang="en-GB" sz="2800" spc="-1" strike="noStrike" u="sng">
                <a:solidFill>
                  <a:schemeClr val="hlink"/>
                </a:solidFill>
                <a:uFillTx/>
                <a:latin typeface="Calibri"/>
                <a:ea typeface="Calibri"/>
                <a:hlinkClick r:id="rId1"/>
              </a:rPr>
              <a:t>https://waternova.github.io/random-forest-viz/</a:t>
            </a:r>
            <a:endParaRPr b="0" lang="es-ES" sz="2800" spc="-1" strike="noStrike">
              <a:solidFill>
                <a:srgbClr val="000000"/>
              </a:solidFill>
              <a:latin typeface="Arial"/>
            </a:endParaRPr>
          </a:p>
          <a:p>
            <a:pPr indent="0" algn="ctr">
              <a:lnSpc>
                <a:spcPct val="90000"/>
              </a:lnSpc>
              <a:buNone/>
              <a:tabLst>
                <a:tab algn="l" pos="0"/>
              </a:tabLst>
            </a:pP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Google Shape;235;g9c522aaa2e_0_66"/>
          <p:cNvSpPr/>
          <p:nvPr/>
        </p:nvSpPr>
        <p:spPr>
          <a:xfrm>
            <a:off x="684360" y="1877760"/>
            <a:ext cx="10234800" cy="7750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700" spc="-1" strike="noStrike">
                <a:solidFill>
                  <a:schemeClr val="lt1"/>
                </a:solidFill>
                <a:latin typeface="Calibri"/>
                <a:ea typeface="Calibri"/>
              </a:rPr>
              <a:t>El algoritmo de bagging que más se utiliza es el random forest. Implementa el sistema de votación de bagging mediante árboles de decisión. </a:t>
            </a:r>
            <a:r>
              <a:rPr b="1" lang="en-GB" sz="1700" spc="-1" strike="noStrike">
                <a:solidFill>
                  <a:schemeClr val="lt1"/>
                </a:solidFill>
                <a:latin typeface="Calibri"/>
                <a:ea typeface="Calibri"/>
              </a:rPr>
              <a:t>RandomForestClassifier y RandomForestRegressor. </a:t>
            </a:r>
            <a:r>
              <a:rPr b="0" lang="en-GB" sz="1700" spc="-1" strike="noStrike">
                <a:solidFill>
                  <a:schemeClr val="lt1"/>
                </a:solidFill>
                <a:latin typeface="Calibri"/>
                <a:ea typeface="Calibri"/>
              </a:rPr>
              <a:t>Funciona de la siguiente manera:</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p:txBody>
      </p:sp>
      <p:sp>
        <p:nvSpPr>
          <p:cNvPr id="235"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Random Forest</a:t>
            </a:r>
            <a:endParaRPr b="0" lang="es-ES" sz="4400" spc="-1" strike="noStrike">
              <a:solidFill>
                <a:srgbClr val="000000"/>
              </a:solidFill>
              <a:latin typeface="Arial"/>
            </a:endParaRPr>
          </a:p>
        </p:txBody>
      </p:sp>
      <p:sp>
        <p:nvSpPr>
          <p:cNvPr id="236" name="Google Shape;237;g9c522aaa2e_0_66"/>
          <p:cNvSpPr/>
          <p:nvPr/>
        </p:nvSpPr>
        <p:spPr>
          <a:xfrm>
            <a:off x="684360" y="2877840"/>
            <a:ext cx="4744440" cy="3306240"/>
          </a:xfrm>
          <a:prstGeom prst="rect">
            <a:avLst/>
          </a:prstGeom>
          <a:noFill/>
          <a:ln w="0">
            <a:noFill/>
          </a:ln>
        </p:spPr>
        <p:style>
          <a:lnRef idx="0"/>
          <a:fillRef idx="0"/>
          <a:effectRef idx="0"/>
          <a:fontRef idx="minor"/>
        </p:style>
        <p:txBody>
          <a:bodyPr tIns="91440" bIns="91440" anchor="t">
            <a:noAutofit/>
          </a:bodyPr>
          <a:p>
            <a:pPr marL="457200" indent="-336600">
              <a:lnSpc>
                <a:spcPct val="100000"/>
              </a:lnSpc>
              <a:buClr>
                <a:srgbClr val="ffffff"/>
              </a:buClr>
              <a:buFont typeface="Calibri"/>
              <a:buAutoNum type="arabicPeriod"/>
            </a:pPr>
            <a:r>
              <a:rPr b="0" lang="en-GB" sz="1700" spc="-1" strike="noStrike">
                <a:solidFill>
                  <a:schemeClr val="lt1"/>
                </a:solidFill>
                <a:latin typeface="Calibri"/>
                <a:ea typeface="Calibri"/>
              </a:rPr>
              <a:t>Escogemos una cantidad de árboles que entrenaremos.</a:t>
            </a:r>
            <a:endParaRPr b="0" lang="es-ES" sz="1700" spc="-1" strike="noStrike">
              <a:solidFill>
                <a:srgbClr val="ffffff"/>
              </a:solidFill>
              <a:latin typeface="Arial"/>
            </a:endParaRPr>
          </a:p>
          <a:p>
            <a:pPr marL="457200" indent="-336600">
              <a:lnSpc>
                <a:spcPct val="100000"/>
              </a:lnSpc>
              <a:buClr>
                <a:srgbClr val="ffffff"/>
              </a:buClr>
              <a:buFont typeface="Calibri"/>
              <a:buAutoNum type="arabicPeriod"/>
            </a:pPr>
            <a:r>
              <a:rPr b="0" lang="en-GB" sz="1700" spc="-1" strike="noStrike">
                <a:solidFill>
                  <a:schemeClr val="lt1"/>
                </a:solidFill>
                <a:latin typeface="Calibri"/>
                <a:ea typeface="Calibri"/>
              </a:rPr>
              <a:t>Cada árbol escoge un conjunto aleatorio de features para realizar cada split. Este número lo podemos configurar en sklearn.</a:t>
            </a:r>
            <a:endParaRPr b="0" lang="es-ES" sz="1700" spc="-1" strike="noStrike">
              <a:solidFill>
                <a:srgbClr val="ffffff"/>
              </a:solidFill>
              <a:latin typeface="Arial"/>
            </a:endParaRPr>
          </a:p>
          <a:p>
            <a:pPr marL="457200" indent="-336600">
              <a:lnSpc>
                <a:spcPct val="100000"/>
              </a:lnSpc>
              <a:buClr>
                <a:srgbClr val="ffffff"/>
              </a:buClr>
              <a:buFont typeface="Calibri"/>
              <a:buAutoNum type="arabicPeriod"/>
            </a:pPr>
            <a:r>
              <a:rPr b="0" lang="en-GB" sz="1700" spc="-1" strike="noStrike">
                <a:solidFill>
                  <a:schemeClr val="lt1"/>
                </a:solidFill>
                <a:latin typeface="Calibri"/>
                <a:ea typeface="Calibri"/>
              </a:rPr>
              <a:t>Aplicamos boostrapping, es decir, cada árbol entrena con una muestra aleatoria con reemplazamiento del conjunto de train.</a:t>
            </a:r>
            <a:endParaRPr b="0" lang="es-ES" sz="1700" spc="-1" strike="noStrike">
              <a:solidFill>
                <a:srgbClr val="ffffff"/>
              </a:solidFill>
              <a:latin typeface="Arial"/>
            </a:endParaRPr>
          </a:p>
          <a:p>
            <a:pPr marL="457200" indent="-336600">
              <a:lnSpc>
                <a:spcPct val="100000"/>
              </a:lnSpc>
              <a:buClr>
                <a:srgbClr val="ffffff"/>
              </a:buClr>
              <a:buFont typeface="Calibri"/>
              <a:buAutoNum type="arabicPeriod"/>
            </a:pPr>
            <a:r>
              <a:rPr b="0" lang="en-GB" sz="1700" spc="-1" strike="noStrike">
                <a:solidFill>
                  <a:schemeClr val="lt1"/>
                </a:solidFill>
                <a:latin typeface="Calibri"/>
                <a:ea typeface="Calibri"/>
              </a:rPr>
              <a:t>Una vez entrenados los árboles, aplicamos el sistema de votación de bagging para las predicciones.</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p:txBody>
      </p:sp>
      <p:pic>
        <p:nvPicPr>
          <p:cNvPr id="237" name="Google Shape;238;g9c522aaa2e_0_66" descr=""/>
          <p:cNvPicPr/>
          <p:nvPr/>
        </p:nvPicPr>
        <p:blipFill>
          <a:blip r:embed="rId1"/>
          <a:stretch/>
        </p:blipFill>
        <p:spPr>
          <a:xfrm>
            <a:off x="6107400" y="2766240"/>
            <a:ext cx="4408560" cy="33062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Google Shape;244;g9c522aaa2e_0_133"/>
          <p:cNvSpPr/>
          <p:nvPr/>
        </p:nvSpPr>
        <p:spPr>
          <a:xfrm>
            <a:off x="684360" y="1653480"/>
            <a:ext cx="10234800" cy="180324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700" spc="-1" strike="noStrike">
                <a:solidFill>
                  <a:schemeClr val="lt1"/>
                </a:solidFill>
                <a:latin typeface="Calibri"/>
                <a:ea typeface="Calibri"/>
              </a:rPr>
              <a:t>Una característica interesante que tiene Random Forest es el feature importance. Nos da una medida de cuánto aporta cada feature a las predicciones. Se calcula para cada feature la aportación que ha hecho al gini o entropía. Para todos los árboles. Calculamos la media de la aportación de cada feature.</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a:lnSpc>
                <a:spcPct val="100000"/>
              </a:lnSpc>
              <a:tabLst>
                <a:tab algn="l" pos="0"/>
              </a:tabLst>
            </a:pPr>
            <a:r>
              <a:rPr b="0" lang="en-GB" sz="1700" spc="-1" strike="noStrike">
                <a:solidFill>
                  <a:schemeClr val="lt1"/>
                </a:solidFill>
                <a:latin typeface="Calibri"/>
                <a:ea typeface="Calibri"/>
              </a:rPr>
              <a:t>Por suerte sklearn ya realiza esta operación por nosotros, y lo normaliza a 1, de tal manera que las features más importantes estarán cercanas a 1.</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p:txBody>
      </p:sp>
      <p:sp>
        <p:nvSpPr>
          <p:cNvPr id="239"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Feature importance</a:t>
            </a:r>
            <a:endParaRPr b="0" lang="es-ES" sz="4400" spc="-1" strike="noStrike">
              <a:solidFill>
                <a:srgbClr val="000000"/>
              </a:solidFill>
              <a:latin typeface="Arial"/>
            </a:endParaRPr>
          </a:p>
        </p:txBody>
      </p:sp>
      <p:pic>
        <p:nvPicPr>
          <p:cNvPr id="240" name="Google Shape;246;g9c522aaa2e_0_133" descr=""/>
          <p:cNvPicPr/>
          <p:nvPr/>
        </p:nvPicPr>
        <p:blipFill>
          <a:blip r:embed="rId1"/>
          <a:stretch/>
        </p:blipFill>
        <p:spPr>
          <a:xfrm>
            <a:off x="7084800" y="3681720"/>
            <a:ext cx="3344760" cy="2303280"/>
          </a:xfrm>
          <a:prstGeom prst="rect">
            <a:avLst/>
          </a:prstGeom>
          <a:ln w="0">
            <a:noFill/>
          </a:ln>
        </p:spPr>
      </p:pic>
      <p:sp>
        <p:nvSpPr>
          <p:cNvPr id="241" name="Google Shape;247;g9c522aaa2e_0_133"/>
          <p:cNvSpPr/>
          <p:nvPr/>
        </p:nvSpPr>
        <p:spPr>
          <a:xfrm>
            <a:off x="6826680" y="6076080"/>
            <a:ext cx="4935240" cy="13834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700" spc="-1" strike="noStrike">
                <a:solidFill>
                  <a:schemeClr val="lt1"/>
                </a:solidFill>
                <a:latin typeface="Calibri"/>
                <a:ea typeface="Calibri"/>
              </a:rPr>
              <a:t>Feature importance para predicción de números</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p:txBody>
      </p:sp>
      <p:pic>
        <p:nvPicPr>
          <p:cNvPr id="242" name="Google Shape;248;g9c522aaa2e_0_133" descr=""/>
          <p:cNvPicPr/>
          <p:nvPr/>
        </p:nvPicPr>
        <p:blipFill>
          <a:blip r:embed="rId2"/>
          <a:stretch/>
        </p:blipFill>
        <p:spPr>
          <a:xfrm>
            <a:off x="684360" y="3764520"/>
            <a:ext cx="5770440" cy="21373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2276640" y="2330280"/>
            <a:ext cx="7638480" cy="2197440"/>
          </a:xfrm>
          <a:prstGeom prst="rect">
            <a:avLst/>
          </a:prstGeom>
          <a:noFill/>
          <a:ln w="0">
            <a:noFill/>
          </a:ln>
        </p:spPr>
        <p:txBody>
          <a:bodyPr lIns="91440" rIns="91440" tIns="45720" bIns="45720" anchor="ctr">
            <a:noAutofit/>
          </a:bodyPr>
          <a:p>
            <a:pPr indent="0" algn="ctr">
              <a:lnSpc>
                <a:spcPct val="90000"/>
              </a:lnSpc>
              <a:buNone/>
              <a:tabLst>
                <a:tab algn="l" pos="0"/>
              </a:tabLst>
            </a:pPr>
            <a:r>
              <a:rPr b="0" lang="en-GB" sz="4400" spc="-1" strike="noStrike">
                <a:solidFill>
                  <a:srgbClr val="ff0000"/>
                </a:solidFill>
                <a:latin typeface="Calibri"/>
                <a:ea typeface="Calibri"/>
              </a:rPr>
              <a:t>Boosting</a:t>
            </a: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Google Shape;260;g9c522aaa2e_0_84"/>
          <p:cNvSpPr/>
          <p:nvPr/>
        </p:nvSpPr>
        <p:spPr>
          <a:xfrm>
            <a:off x="684360" y="1653480"/>
            <a:ext cx="10234800" cy="1856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700" spc="-1" strike="noStrike">
                <a:solidFill>
                  <a:schemeClr val="lt1"/>
                </a:solidFill>
                <a:latin typeface="Calibri"/>
                <a:ea typeface="Calibri"/>
              </a:rPr>
              <a:t>En el caso del bagging, teníamos un conjunto de modelos independientes, cuyos outputs agregados servían para el output final. En boosting los modelos se entrenan secuencialmente y por tanto existe una dependencia entre ellos.</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a:lnSpc>
                <a:spcPct val="100000"/>
              </a:lnSpc>
              <a:tabLst>
                <a:tab algn="l" pos="0"/>
              </a:tabLst>
            </a:pPr>
            <a:r>
              <a:rPr b="0" lang="en-GB" sz="1700" spc="-1" strike="noStrike">
                <a:solidFill>
                  <a:schemeClr val="lt1"/>
                </a:solidFill>
                <a:latin typeface="Calibri"/>
                <a:ea typeface="Calibri"/>
              </a:rPr>
              <a:t>Básicamente en esta técnica los modelos van intentando mejorar su predecesor, recibiendo los errores del mismo, e intentando mejorar su resultado</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a:lnSpc>
                <a:spcPct val="100000"/>
              </a:lnSpc>
              <a:tabLst>
                <a:tab algn="l" pos="0"/>
              </a:tabLst>
            </a:pPr>
            <a:r>
              <a:rPr b="0" lang="en-GB" sz="1700" spc="-1" strike="noStrike">
                <a:solidFill>
                  <a:schemeClr val="lt1"/>
                </a:solidFill>
                <a:latin typeface="Calibri"/>
                <a:ea typeface="Calibri"/>
              </a:rPr>
              <a:t>Los algoritmos más utilizados son:</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a:p>
            <a:pPr marL="457200" indent="-336600">
              <a:lnSpc>
                <a:spcPct val="100000"/>
              </a:lnSpc>
              <a:buClr>
                <a:srgbClr val="ffffff"/>
              </a:buClr>
              <a:buFont typeface="Calibri"/>
              <a:buAutoNum type="arabicPeriod"/>
              <a:tabLst>
                <a:tab algn="l" pos="0"/>
              </a:tabLst>
            </a:pPr>
            <a:r>
              <a:rPr b="0" lang="en-GB" sz="1700" spc="-1" strike="noStrike">
                <a:solidFill>
                  <a:schemeClr val="lt1"/>
                </a:solidFill>
                <a:latin typeface="Calibri"/>
                <a:ea typeface="Calibri"/>
              </a:rPr>
              <a:t>AdaBoost</a:t>
            </a:r>
            <a:endParaRPr b="0" lang="es-ES" sz="1700" spc="-1" strike="noStrike">
              <a:solidFill>
                <a:srgbClr val="ffffff"/>
              </a:solidFill>
              <a:latin typeface="Arial"/>
            </a:endParaRPr>
          </a:p>
          <a:p>
            <a:pPr marL="457200" indent="-336600">
              <a:lnSpc>
                <a:spcPct val="100000"/>
              </a:lnSpc>
              <a:buClr>
                <a:srgbClr val="ffffff"/>
              </a:buClr>
              <a:buFont typeface="Calibri"/>
              <a:buAutoNum type="arabicPeriod"/>
              <a:tabLst>
                <a:tab algn="l" pos="0"/>
              </a:tabLst>
            </a:pPr>
            <a:r>
              <a:rPr b="0" lang="en-GB" sz="1700" spc="-1" strike="noStrike">
                <a:solidFill>
                  <a:schemeClr val="lt1"/>
                </a:solidFill>
                <a:latin typeface="Calibri"/>
                <a:ea typeface="Calibri"/>
              </a:rPr>
              <a:t>Gradient Boosting</a:t>
            </a:r>
            <a:endParaRPr b="0" lang="es-ES" sz="1700" spc="-1" strike="noStrike">
              <a:solidFill>
                <a:srgbClr val="ffffff"/>
              </a:solidFill>
              <a:latin typeface="Arial"/>
            </a:endParaRPr>
          </a:p>
          <a:p>
            <a:pPr marL="457200" indent="-336600">
              <a:lnSpc>
                <a:spcPct val="100000"/>
              </a:lnSpc>
              <a:buClr>
                <a:srgbClr val="ffffff"/>
              </a:buClr>
              <a:buFont typeface="Calibri"/>
              <a:buAutoNum type="arabicPeriod"/>
              <a:tabLst>
                <a:tab algn="l" pos="0"/>
              </a:tabLst>
            </a:pPr>
            <a:r>
              <a:rPr b="0" lang="en-GB" sz="1700" spc="-1" strike="noStrike">
                <a:solidFill>
                  <a:schemeClr val="lt1"/>
                </a:solidFill>
                <a:latin typeface="Calibri"/>
                <a:ea typeface="Calibri"/>
              </a:rPr>
              <a:t>XGBoost</a:t>
            </a:r>
            <a:endParaRPr b="0" lang="es-ES" sz="1700" spc="-1" strike="noStrike">
              <a:solidFill>
                <a:srgbClr val="ffffff"/>
              </a:solidFill>
              <a:latin typeface="Arial"/>
            </a:endParaRPr>
          </a:p>
          <a:p>
            <a:pPr>
              <a:lnSpc>
                <a:spcPct val="100000"/>
              </a:lnSpc>
              <a:tabLst>
                <a:tab algn="l" pos="0"/>
              </a:tabLst>
            </a:pPr>
            <a:endParaRPr b="0" lang="es-ES" sz="1700" spc="-1" strike="noStrike">
              <a:solidFill>
                <a:srgbClr val="ffffff"/>
              </a:solidFill>
              <a:latin typeface="Arial"/>
            </a:endParaRPr>
          </a:p>
        </p:txBody>
      </p:sp>
      <p:sp>
        <p:nvSpPr>
          <p:cNvPr id="245"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Boosting</a:t>
            </a:r>
            <a:endParaRPr b="0" lang="es-ES" sz="4400" spc="-1" strike="noStrike">
              <a:solidFill>
                <a:srgbClr val="000000"/>
              </a:solidFill>
              <a:latin typeface="Arial"/>
            </a:endParaRPr>
          </a:p>
        </p:txBody>
      </p:sp>
      <p:pic>
        <p:nvPicPr>
          <p:cNvPr id="246" name="Google Shape;262;g9c522aaa2e_0_84" descr=""/>
          <p:cNvPicPr/>
          <p:nvPr/>
        </p:nvPicPr>
        <p:blipFill>
          <a:blip r:embed="rId1"/>
          <a:stretch/>
        </p:blipFill>
        <p:spPr>
          <a:xfrm>
            <a:off x="4964400" y="3571920"/>
            <a:ext cx="5954760" cy="28069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AdaBoost (Adaptive Boosting)</a:t>
            </a:r>
            <a:endParaRPr b="0" lang="es-ES" sz="4400" spc="-1" strike="noStrike">
              <a:solidFill>
                <a:srgbClr val="000000"/>
              </a:solidFill>
              <a:latin typeface="Arial"/>
            </a:endParaRPr>
          </a:p>
        </p:txBody>
      </p:sp>
      <p:pic>
        <p:nvPicPr>
          <p:cNvPr id="248" name="Picture 2" descr=""/>
          <p:cNvPicPr/>
          <p:nvPr/>
        </p:nvPicPr>
        <p:blipFill>
          <a:blip r:embed="rId1"/>
          <a:stretch/>
        </p:blipFill>
        <p:spPr>
          <a:xfrm>
            <a:off x="996840" y="1729080"/>
            <a:ext cx="9070560" cy="48762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Google Shape;268;g9c522aaa2e_0_98"/>
          <p:cNvSpPr/>
          <p:nvPr/>
        </p:nvSpPr>
        <p:spPr>
          <a:xfrm>
            <a:off x="684360" y="1653480"/>
            <a:ext cx="10234800" cy="1856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500" spc="-1" strike="noStrike">
                <a:solidFill>
                  <a:schemeClr val="lt1"/>
                </a:solidFill>
                <a:latin typeface="Calibri"/>
                <a:ea typeface="Calibri"/>
              </a:rPr>
              <a:t>Se trata de un conjunto de modelos iguales (árboles de decisión normalmente) que actúan de manera secuencial. Las predicciones (junto con sus errores) del modelo predecesor sirven de input para el siguiente, de tal manera que se intenta corregir el error del modelo. Se pone foco en los peores errores.</a:t>
            </a: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r>
              <a:rPr b="0" lang="en-GB" sz="1500" spc="-1" strike="noStrike">
                <a:solidFill>
                  <a:schemeClr val="lt1"/>
                </a:solidFill>
                <a:latin typeface="Calibri"/>
                <a:ea typeface="Calibri"/>
              </a:rPr>
              <a:t>Según lo bien que lo haga cada modelo intentando corregir los errores, se le aplicará un parámetro α diferente.</a:t>
            </a:r>
            <a:endParaRPr b="0" lang="es-ES" sz="1500" spc="-1" strike="noStrike">
              <a:solidFill>
                <a:srgbClr val="ffffff"/>
              </a:solidFill>
              <a:latin typeface="Arial"/>
            </a:endParaRPr>
          </a:p>
          <a:p>
            <a:pPr>
              <a:lnSpc>
                <a:spcPct val="100000"/>
              </a:lnSpc>
              <a:tabLst>
                <a:tab algn="l" pos="0"/>
              </a:tabLst>
            </a:pPr>
            <a:r>
              <a:rPr b="0" lang="en-GB" sz="1500" spc="-1" strike="noStrike">
                <a:solidFill>
                  <a:schemeClr val="lt1"/>
                </a:solidFill>
                <a:latin typeface="Calibri"/>
                <a:ea typeface="Calibri"/>
              </a:rPr>
              <a:t>Una vez entrenados, el output del modelo final será una combinación lineal de todos los estimadores, teniendo en cuenta el peso de cada uno, α.</a:t>
            </a:r>
            <a:endParaRPr b="0" lang="es-ES" sz="1500" spc="-1" strike="noStrike">
              <a:solidFill>
                <a:srgbClr val="ffffff"/>
              </a:solidFill>
              <a:latin typeface="Arial"/>
            </a:endParaRPr>
          </a:p>
        </p:txBody>
      </p:sp>
      <p:sp>
        <p:nvSpPr>
          <p:cNvPr id="250"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AdaBoost (Adaptive Boosting)</a:t>
            </a:r>
            <a:endParaRPr b="0" lang="es-ES" sz="4400" spc="-1" strike="noStrike">
              <a:solidFill>
                <a:srgbClr val="000000"/>
              </a:solidFill>
              <a:latin typeface="Arial"/>
            </a:endParaRPr>
          </a:p>
        </p:txBody>
      </p:sp>
      <p:pic>
        <p:nvPicPr>
          <p:cNvPr id="251" name="Google Shape;270;g9c522aaa2e_0_98" descr=""/>
          <p:cNvPicPr/>
          <p:nvPr/>
        </p:nvPicPr>
        <p:blipFill>
          <a:blip r:embed="rId1"/>
          <a:stretch/>
        </p:blipFill>
        <p:spPr>
          <a:xfrm>
            <a:off x="816840" y="3708360"/>
            <a:ext cx="5020560" cy="2321280"/>
          </a:xfrm>
          <a:prstGeom prst="rect">
            <a:avLst/>
          </a:prstGeom>
          <a:ln w="0">
            <a:noFill/>
          </a:ln>
        </p:spPr>
      </p:pic>
      <p:pic>
        <p:nvPicPr>
          <p:cNvPr id="252" name="Picture 2" descr="mls2 0707"/>
          <p:cNvPicPr/>
          <p:nvPr/>
        </p:nvPicPr>
        <p:blipFill>
          <a:blip r:embed="rId2"/>
          <a:stretch/>
        </p:blipFill>
        <p:spPr>
          <a:xfrm>
            <a:off x="6390720" y="3633120"/>
            <a:ext cx="4528440" cy="26496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GradientBoost</a:t>
            </a:r>
            <a:endParaRPr b="0" lang="es-ES" sz="4400" spc="-1" strike="noStrike">
              <a:solidFill>
                <a:srgbClr val="000000"/>
              </a:solidFill>
              <a:latin typeface="Arial"/>
            </a:endParaRPr>
          </a:p>
        </p:txBody>
      </p:sp>
      <p:pic>
        <p:nvPicPr>
          <p:cNvPr id="254" name="Picture 2" descr=""/>
          <p:cNvPicPr/>
          <p:nvPr/>
        </p:nvPicPr>
        <p:blipFill>
          <a:blip r:embed="rId1"/>
          <a:stretch/>
        </p:blipFill>
        <p:spPr>
          <a:xfrm>
            <a:off x="895320" y="1653480"/>
            <a:ext cx="10058040" cy="47426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Google Shape;288;g9c522aaa2e_0_123"/>
          <p:cNvSpPr/>
          <p:nvPr/>
        </p:nvSpPr>
        <p:spPr>
          <a:xfrm>
            <a:off x="684360" y="1653480"/>
            <a:ext cx="10234800" cy="1856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500" spc="-1" strike="noStrike">
                <a:solidFill>
                  <a:schemeClr val="lt1"/>
                </a:solidFill>
                <a:latin typeface="Calibri"/>
                <a:ea typeface="Calibri"/>
              </a:rPr>
              <a:t>Al igual que el AdaBoost, el GradientBoost trabaja sobre un conjunto secuencial de modelos (árboles de decisión), tratando de corregir a su predecesor. Sin embargo, cuando el AdaBoost iba actualizando los pesos de cada observación, el GradientBoosting intenta ajustar, minimizar los errores (residuos) del modelo predecesor.</a:t>
            </a: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r>
              <a:rPr b="0" lang="en-GB" sz="1500" spc="-1" strike="noStrike">
                <a:solidFill>
                  <a:schemeClr val="lt1"/>
                </a:solidFill>
                <a:latin typeface="Calibri"/>
                <a:ea typeface="Calibri"/>
              </a:rPr>
              <a:t>El modelo final será una combinación lineal de todos los estimadores.</a:t>
            </a:r>
            <a:endParaRPr b="0" lang="es-ES" sz="1500" spc="-1" strike="noStrike">
              <a:solidFill>
                <a:srgbClr val="ffffff"/>
              </a:solidFill>
              <a:latin typeface="Arial"/>
            </a:endParaRPr>
          </a:p>
        </p:txBody>
      </p:sp>
      <p:sp>
        <p:nvSpPr>
          <p:cNvPr id="256"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GradientBoost</a:t>
            </a:r>
            <a:endParaRPr b="0" lang="es-ES" sz="4400" spc="-1" strike="noStrike">
              <a:solidFill>
                <a:srgbClr val="000000"/>
              </a:solidFill>
              <a:latin typeface="Arial"/>
            </a:endParaRPr>
          </a:p>
        </p:txBody>
      </p:sp>
      <p:pic>
        <p:nvPicPr>
          <p:cNvPr id="257" name="Google Shape;290;g9c522aaa2e_0_123" descr=""/>
          <p:cNvPicPr/>
          <p:nvPr/>
        </p:nvPicPr>
        <p:blipFill>
          <a:blip r:embed="rId1"/>
          <a:stretch/>
        </p:blipFill>
        <p:spPr>
          <a:xfrm>
            <a:off x="2905920" y="3172680"/>
            <a:ext cx="5570280" cy="30423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Google Shape;288;g9c522aaa2e_0_123"/>
          <p:cNvSpPr/>
          <p:nvPr/>
        </p:nvSpPr>
        <p:spPr>
          <a:xfrm>
            <a:off x="684360" y="1653480"/>
            <a:ext cx="10234800" cy="1856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GB" sz="1500" spc="-1" strike="noStrike">
                <a:solidFill>
                  <a:schemeClr val="lt1"/>
                </a:solidFill>
                <a:latin typeface="Calibri"/>
                <a:ea typeface="Calibri"/>
              </a:rPr>
              <a:t>XGBoost es una biblioteca con una versión mejorada del algoritmo GradientBoosting.</a:t>
            </a: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r>
              <a:rPr b="0" lang="es-ES" sz="1500" spc="-1" strike="noStrike">
                <a:solidFill>
                  <a:schemeClr val="lt1"/>
                </a:solidFill>
                <a:latin typeface="Calibri"/>
                <a:ea typeface="Calibri"/>
              </a:rPr>
              <a:t>Se destaca por su alta eficiencia, flexibilidad y precisión en diversas tareas de regresión y clasificación. Fue diseniada para manejar datos tabulares y puede trabajar con datasets grandes o complejos.</a:t>
            </a:r>
            <a:endParaRPr b="0" lang="es-ES" sz="1500" spc="-1" strike="noStrike">
              <a:solidFill>
                <a:srgbClr val="ffffff"/>
              </a:solidFill>
              <a:latin typeface="Arial"/>
            </a:endParaRPr>
          </a:p>
        </p:txBody>
      </p:sp>
      <p:sp>
        <p:nvSpPr>
          <p:cNvPr id="259"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XGBoost</a:t>
            </a: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Google Shape;288;g9c522aaa2e_0_123"/>
          <p:cNvSpPr/>
          <p:nvPr/>
        </p:nvSpPr>
        <p:spPr>
          <a:xfrm>
            <a:off x="684360" y="1653480"/>
            <a:ext cx="10234800" cy="1856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s-ES" sz="1500" spc="-1" strike="noStrike">
                <a:solidFill>
                  <a:schemeClr val="lt1"/>
                </a:solidFill>
                <a:latin typeface="Calibri"/>
                <a:ea typeface="Calibri"/>
              </a:rPr>
              <a:t>Hands on Machine Learning</a:t>
            </a:r>
            <a:endParaRPr b="0" lang="es-ES" sz="1500" spc="-1" strike="noStrike">
              <a:solidFill>
                <a:srgbClr val="ffffff"/>
              </a:solidFill>
              <a:latin typeface="Arial"/>
            </a:endParaRPr>
          </a:p>
          <a:p>
            <a:pPr>
              <a:lnSpc>
                <a:spcPct val="100000"/>
              </a:lnSpc>
              <a:tabLst>
                <a:tab algn="l" pos="0"/>
              </a:tabLst>
            </a:pPr>
            <a:r>
              <a:rPr b="0" lang="es-ES" sz="1500" spc="-1" strike="noStrike" u="sng">
                <a:solidFill>
                  <a:schemeClr val="lt1"/>
                </a:solidFill>
                <a:uFillTx/>
                <a:latin typeface="Calibri"/>
                <a:ea typeface="Calibri"/>
                <a:hlinkClick r:id="rId1"/>
              </a:rPr>
              <a:t>https://learning.oreilly.com/library/view/hands-on-machine-learning/9781492032632/ch07.html#ensembles_chapter</a:t>
            </a: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r>
              <a:rPr b="0" lang="es-ES" sz="1500" spc="-1" strike="noStrike" u="sng">
                <a:solidFill>
                  <a:schemeClr val="lt1"/>
                </a:solidFill>
                <a:uFillTx/>
                <a:latin typeface="Calibri"/>
                <a:ea typeface="Calibri"/>
                <a:hlinkClick r:id="rId2"/>
              </a:rPr>
              <a:t>https://towardsdatascience.com/simple-guide-for-ensemble-learning-methods-d87cc68705a2</a:t>
            </a: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r>
              <a:rPr b="0" lang="es-ES" sz="1800" spc="-1" strike="noStrike" u="sng">
                <a:solidFill>
                  <a:srgbClr val="0563c1"/>
                </a:solidFill>
                <a:uFillTx/>
                <a:latin typeface="Calibri"/>
                <a:ea typeface="Arial"/>
                <a:hlinkClick r:id="rId3"/>
              </a:rPr>
              <a:t>https://towardsdatascience.com/how-does-xgboost-work-748bc75c58aa</a:t>
            </a:r>
            <a:endParaRPr b="0" lang="es-ES" sz="18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a:p>
            <a:pPr>
              <a:lnSpc>
                <a:spcPct val="100000"/>
              </a:lnSpc>
              <a:tabLst>
                <a:tab algn="l" pos="0"/>
              </a:tabLst>
            </a:pPr>
            <a:endParaRPr b="0" lang="es-ES" sz="1500" spc="-1" strike="noStrike">
              <a:solidFill>
                <a:srgbClr val="ffffff"/>
              </a:solidFill>
              <a:latin typeface="Arial"/>
            </a:endParaRPr>
          </a:p>
        </p:txBody>
      </p:sp>
      <p:sp>
        <p:nvSpPr>
          <p:cNvPr id="261" name="PlaceHolder 1"/>
          <p:cNvSpPr>
            <a:spLocks noGrp="1"/>
          </p:cNvSpPr>
          <p:nvPr>
            <p:ph type="title"/>
          </p:nvPr>
        </p:nvSpPr>
        <p:spPr>
          <a:xfrm>
            <a:off x="684360" y="574920"/>
            <a:ext cx="7638480" cy="1078200"/>
          </a:xfrm>
          <a:prstGeom prst="rect">
            <a:avLst/>
          </a:prstGeom>
          <a:noFill/>
          <a:ln w="0">
            <a:noFill/>
          </a:ln>
        </p:spPr>
        <p:txBody>
          <a:bodyPr lIns="91440" rIns="91440" tIns="45720" bIns="45720" anchor="ctr">
            <a:noAutofit/>
          </a:bodyPr>
          <a:p>
            <a:pPr indent="0">
              <a:lnSpc>
                <a:spcPct val="90000"/>
              </a:lnSpc>
              <a:buNone/>
              <a:tabLst>
                <a:tab algn="l" pos="0"/>
              </a:tabLst>
            </a:pPr>
            <a:r>
              <a:rPr b="0" lang="en-GB" sz="4400" spc="-1" strike="noStrike">
                <a:solidFill>
                  <a:srgbClr val="ff0000"/>
                </a:solidFill>
                <a:latin typeface="Calibri"/>
                <a:ea typeface="Calibri"/>
              </a:rPr>
              <a:t>Bibliografía</a:t>
            </a:r>
            <a:endParaRPr b="0" lang="es-E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2626</TotalTime>
  <Application>LibreOffice/24.2.7.2$Linux_X86_64 LibreOffice_project/420$Build-2</Application>
  <AppVersion>15.0000</AppVersion>
  <Words>1209</Words>
  <Paragraphs>245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2020-05-12T19:48:30Z</dcterms:created>
  <dc:creator>Gabriel VT</dc:creator>
  <dc:description/>
  <dc:language>es-ES</dc:language>
  <cp:lastModifiedBy/>
  <dcterms:modified xsi:type="dcterms:W3CDTF">2025-12-10T06:08:01Z</dcterms:modified>
  <cp:revision>32</cp:revision>
  <dc:subject/>
  <dc:title>Machine Learning – Ensembling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Widescreen</vt:lpwstr>
  </property>
  <property fmtid="{D5CDD505-2E9C-101B-9397-08002B2CF9AE}" pid="4" name="Slides">
    <vt:i4>21</vt:i4>
  </property>
</Properties>
</file>